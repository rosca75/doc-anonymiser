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svg" ContentType="image/svg+xml"/>
</Types>
</file>

<file path=_rels/.rels><?xml version="1.0" encoding="UTF-8" standalone="yes"?><Relationships xmlns="http://schemas.openxmlformats.org/package/2006/relationships"/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image" Target="../media/image4.jpeg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asvg="http://schemas.microsoft.com/office/drawing/2016/SVG/main">
  <p:cSld>
    <p:spTree>
      <p:pic>
        <p:nvPicPr>
          <p:cNvPr id="4" name="Watermark" descr="Watermark"/>
        </p:nvPicPr>
        <p:blipFill>
          <a:blip r:embed="rId1"/>
        </p:blipFill>
        <p:spPr>
          <a:xfrm>
            <a:ext cx="1828800" cy="1219200"/>
          </a:xfrm>
        </p:spPr>
      </p:pic>
    </p:spTree>
  </p:cSld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asvg="http://schemas.microsoft.com/office/drawing/2016/SVG/main">
  <p:cSld>
    <p:spTree>
      <p:sp>
        <p:nvSpPr>
          <p:nvPr>
            <p:ph type="title"/>
          </p:nvPr>
        </p:nvSpPr>
        <p:txBody>
          <a:p>
            <a:r>
              <a:t>Alpine Trust review</a:t>
            </a:r>
          </a:p>
        </p:txBody>
      </p:sp>
      <p:pic>
        <p:nvPicPr>
          <p:cNvPr id="4" name="Alpine Trust logo" descr="Alpine Trust logo"/>
        </p:nvPicPr>
        <p:blipFill>
          <a:blip r:embed="rId1"/>
        </p:blipFill>
        <p:spPr>
          <a:xfrm>
            <a:ext cx="1828800" cy="1219200"/>
          </a:xfrm>
        </p:spPr>
      </p:pic>
      <p:pic>
        <p:nvPicPr>
          <p:cNvPr id="4" name="Schéma Borealis" descr="Schéma Borealis"/>
        </p:nvPicPr>
        <p:blipFill>
          <a:blip r:embed="rId2">
            <a:extLst>
              <a:ext uri="{96DAC541-7B7A-43D3-8B79-37D633B846F1}">
                <asvg:svgBlip r:embed="rId3"/>
              </a:ext>
            </a:extLst>
          </a:blip>
        </p:blipFill>
        <p:spPr>
          <a:xfrm>
            <a:ext cx="1828800" cy="1219200"/>
          </a:xfrm>
        </p:spPr>
      </p:pic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asvg="http://schemas.microsoft.com/office/drawing/2016/SVG/main">
  <p:cSld>
    <p:spTree>
      <p:sp>
        <p:nvSpPr>
          <p:nvPr>
            <p:ph type="title"/>
          </p:nvPr>
        </p:nvSpPr>
        <p:txBody>
          <a:p>
            <a:r>
              <a:t>Prochaines étapes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asvg="http://schemas.microsoft.com/office/drawing/2016/SVG/main">
  <p:cSld>
    <p:spTree>
      <p:sp>
        <p:nvSpPr>
          <p:nvPr>
            <p:ph type="title"/>
          </p:nvPr>
        </p:nvSpPr>
        <p:txBody>
          <a:p>
            <a:r>
              <a:t>Governance</a:t>
            </a:r>
          </a:p>
        </p:txBody>
      </p:sp>
      <p:pic>
        <p:nvPicPr>
          <p:cNvPr id="4" name="Alpine Trust logo" descr="Alpine Trust logo"/>
        </p:nvPicPr>
        <p:blipFill>
          <a:blip r:embed="rId1"/>
        </p:blipFill>
        <p:spPr>
          <a:xfrm>
            <a:ext cx="1828800" cy="1219200"/>
          </a:xfrm>
        </p:spPr>
      </p:pic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asvg="http://schemas.microsoft.com/office/drawing/2016/SVG/main" show="0">
  <p:cSld>
    <p:spTree>
      <p:sp>
        <p:nvSpPr>
          <p:nvPr>
            <p:ph type="title"/>
          </p:nvPr>
        </p:nvSpPr>
        <p:txBody>
          <a:p>
            <a:r>
              <a:t>Annexe retirée</a:t>
            </a:r>
          </a:p>
        </p:txBody>
      </p:sp>
      <p:pic>
        <p:nvPicPr>
          <p:cNvPr id="4" name="Photo équipe" descr="Photo équipe"/>
        </p:nvPicPr>
        <p:blipFill>
          <a:blip r:embed="rId1"/>
        </p:blipFill>
        <p:spPr>
          <a:xfrm>
            <a:ext cx="1828800" cy="1219200"/>
          </a:xfrm>
        </p:spPr>
      </p:pic>
    </p:spTree>
  </p:cSld>
</p:sld>
</file>