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913" r:id="rId4"/>
    <p:sldMasterId id="2147483926" r:id="rId5"/>
  </p:sldMasterIdLst>
  <p:notesMasterIdLst>
    <p:notesMasterId r:id="rId13"/>
  </p:notesMasterIdLst>
  <p:handoutMasterIdLst>
    <p:handoutMasterId r:id="rId14"/>
  </p:handoutMasterIdLst>
  <p:sldIdLst>
    <p:sldId id="2147469795" r:id="rId6"/>
    <p:sldId id="2147469806" r:id="rId7"/>
    <p:sldId id="2147469807" r:id="rId8"/>
    <p:sldId id="2147469808" r:id="rId9"/>
    <p:sldId id="2147469809" r:id="rId10"/>
    <p:sldId id="2147469804" r:id="rId11"/>
    <p:sldId id="301" r:id="rId12"/>
  </p:sldIdLst>
  <p:sldSz cx="12192000" cy="6858000"/>
  <p:notesSz cx="6858000" cy="9926638"/>
  <p:custDataLst>
    <p:tags r:id="rId15"/>
  </p:custData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4012">
          <p15:clr>
            <a:srgbClr val="A4A3A4"/>
          </p15:clr>
        </p15:guide>
        <p15:guide id="2" pos="276">
          <p15:clr>
            <a:srgbClr val="A4A3A4"/>
          </p15:clr>
        </p15:guide>
        <p15:guide id="3" orient="horz" pos="4085">
          <p15:clr>
            <a:srgbClr val="A4A3A4"/>
          </p15:clr>
        </p15:guide>
        <p15:guide id="4" orient="horz" pos="959">
          <p15:clr>
            <a:srgbClr val="A4A3A4"/>
          </p15:clr>
        </p15:guide>
        <p15:guide id="5" orient="horz" pos="271">
          <p15:clr>
            <a:srgbClr val="A4A3A4"/>
          </p15:clr>
        </p15:guide>
        <p15:guide id="6" pos="7401">
          <p15:clr>
            <a:srgbClr val="A4A3A4"/>
          </p15:clr>
        </p15:guide>
        <p15:guide id="7" pos="4502">
          <p15:clr>
            <a:srgbClr val="A4A3A4"/>
          </p15:clr>
        </p15:guide>
        <p15:guide id="8" orient="horz" pos="1410">
          <p15:clr>
            <a:srgbClr val="A4A3A4"/>
          </p15:clr>
        </p15:guide>
        <p15:guide id="9" orient="horz" pos="2480">
          <p15:clr>
            <a:srgbClr val="A4A3A4"/>
          </p15:clr>
        </p15:guide>
        <p15:guide id="10" orient="horz" pos="841">
          <p15:clr>
            <a:srgbClr val="A4A3A4"/>
          </p15:clr>
        </p15:guide>
        <p15:guide id="11" orient="horz" pos="2001">
          <p15:clr>
            <a:srgbClr val="A4A3A4"/>
          </p15:clr>
        </p15:guide>
        <p15:guide id="12" pos="6480">
          <p15:clr>
            <a:srgbClr val="9AA0A6"/>
          </p15:clr>
        </p15:guide>
        <p15:guide id="13" pos="6300">
          <p15:clr>
            <a:srgbClr val="9AA0A6"/>
          </p15:clr>
        </p15:guide>
        <p15:guide id="14" orient="horz" pos="270">
          <p15:clr>
            <a:srgbClr val="9AA0A6"/>
          </p15:clr>
        </p15:guide>
      </p15:sldGuideLst>
    </p:ext>
    <p:ext uri="{2D200454-40CA-4A62-9FC3-DE9A4176ACB9}">
      <p15:notesGuideLst xmlns:p15="http://schemas.microsoft.com/office/powerpoint/2012/main"/>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go="http://customooxmlschemas.google.com/" r:id="rId54" roundtripDataSignature="AMtx7mgslaVkcByZK2bqCf+rRK9vyDv13Q=="/>
    </p:ext>
  </p:extLst>
</p:presentation>
</file>

<file path=ppt/authors.xml><?xml version="1.0" encoding="utf-8"?>
<p188:authorLst xmlns:a="http://schemas.openxmlformats.org/drawingml/2006/main" xmlns:r="http://schemas.openxmlformats.org/officeDocument/2006/relationships" xmlns:p188="http://schemas.microsoft.com/office/powerpoint/2018/8/mai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FBF7F"/>
    <a:srgbClr val="E5E5E5"/>
    <a:srgbClr val="FFFFFF"/>
    <a:srgbClr val="008000"/>
    <a:srgbClr val="336600"/>
    <a:srgbClr val="00CC00"/>
    <a:srgbClr val="FFD366"/>
    <a:srgbClr val="7F7F7F"/>
    <a:srgbClr val="D04A02"/>
    <a:srgbClr val="46464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66A6765A-B465-4555-8A86-B8612E4D9052}">
  <a:tblStyle styleId="{66A6765A-B465-4555-8A86-B8612E4D9052}" styleName="Table_0">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79CC528C-4E6A-4940-AEDF-C85374582D4D}" styleName="Table_1">
    <a:wholeTbl>
      <a:tcTxStyle b="off" i="off">
        <a:font>
          <a:latin typeface="Arial"/>
          <a:ea typeface="Arial"/>
          <a:cs typeface="Arial"/>
        </a:font>
        <a:srgbClr val="000000"/>
      </a:tcTxStyle>
      <a:tcStyle>
        <a:tcBdr>
          <a:left>
            <a:ln w="12700" cap="flat" cmpd="sng">
              <a:solidFill>
                <a:srgbClr val="FFFFFF"/>
              </a:solidFill>
              <a:prstDash val="solid"/>
              <a:round/>
              <a:headEnd type="none" w="sm" len="sm"/>
              <a:tailEnd type="none" w="sm" len="sm"/>
            </a:ln>
          </a:left>
          <a:right>
            <a:ln w="12700" cap="flat" cmpd="sng">
              <a:solidFill>
                <a:srgbClr val="FFFFFF"/>
              </a:solidFill>
              <a:prstDash val="solid"/>
              <a:round/>
              <a:headEnd type="none" w="sm" len="sm"/>
              <a:tailEnd type="none" w="sm" len="sm"/>
            </a:ln>
          </a:right>
          <a:top>
            <a:ln w="12700" cap="flat" cmpd="sng">
              <a:solidFill>
                <a:srgbClr val="FFFFFF"/>
              </a:solidFill>
              <a:prstDash val="solid"/>
              <a:round/>
              <a:headEnd type="none" w="sm" len="sm"/>
              <a:tailEnd type="none" w="sm" len="sm"/>
            </a:ln>
          </a:top>
          <a:bottom>
            <a:ln w="12700" cap="flat" cmpd="sng">
              <a:solidFill>
                <a:srgbClr val="FFFFFF"/>
              </a:solidFill>
              <a:prstDash val="solid"/>
              <a:round/>
              <a:headEnd type="none" w="sm" len="sm"/>
              <a:tailEnd type="none" w="sm" len="sm"/>
            </a:ln>
          </a:bottom>
          <a:insideH>
            <a:ln w="12700" cap="flat" cmpd="sng">
              <a:solidFill>
                <a:srgbClr val="FFFFFF"/>
              </a:solidFill>
              <a:prstDash val="solid"/>
              <a:round/>
              <a:headEnd type="none" w="sm" len="sm"/>
              <a:tailEnd type="none" w="sm" len="sm"/>
            </a:ln>
          </a:insideH>
          <a:insideV>
            <a:ln w="12700" cap="flat" cmpd="sng">
              <a:solidFill>
                <a:srgbClr val="FFFFFF"/>
              </a:solidFill>
              <a:prstDash val="solid"/>
              <a:round/>
              <a:headEnd type="none" w="sm" len="sm"/>
              <a:tailEnd type="none" w="sm" len="sm"/>
            </a:ln>
          </a:insideV>
        </a:tcBdr>
        <a:fill>
          <a:solidFill>
            <a:srgbClr val="F6E8E6"/>
          </a:solidFill>
        </a:fill>
      </a:tcStyle>
    </a:wholeTbl>
    <a:band1H>
      <a:tcTxStyle b="off" i="off"/>
      <a:tcStyle>
        <a:tcBdr/>
        <a:fill>
          <a:solidFill>
            <a:srgbClr val="EECECA"/>
          </a:solidFill>
        </a:fill>
      </a:tcStyle>
    </a:band1H>
    <a:band2H>
      <a:tcTxStyle b="off" i="off"/>
      <a:tcStyle>
        <a:tcBdr/>
      </a:tcStyle>
    </a:band2H>
    <a:band1V>
      <a:tcTxStyle b="off" i="off"/>
      <a:tcStyle>
        <a:tcBdr/>
        <a:fill>
          <a:solidFill>
            <a:srgbClr val="EECECA"/>
          </a:solidFill>
        </a:fill>
      </a:tcStyle>
    </a:band1V>
    <a:band2V>
      <a:tcTxStyle b="off" i="off"/>
      <a:tcStyle>
        <a:tcBdr/>
      </a:tcStyle>
    </a:band2V>
    <a:lastCol>
      <a:tcTxStyle b="on" i="off">
        <a:font>
          <a:latin typeface="Arial"/>
          <a:ea typeface="Arial"/>
          <a:cs typeface="Arial"/>
        </a:font>
        <a:srgbClr val="FFFFFF"/>
      </a:tcTxStyle>
      <a:tcStyle>
        <a:tcBdr/>
        <a:fill>
          <a:solidFill>
            <a:srgbClr val="D04A02"/>
          </a:solidFill>
        </a:fill>
      </a:tcStyle>
    </a:lastCol>
    <a:firstCol>
      <a:tcTxStyle b="on" i="off">
        <a:font>
          <a:latin typeface="Arial"/>
          <a:ea typeface="Arial"/>
          <a:cs typeface="Arial"/>
        </a:font>
        <a:srgbClr val="FFFFFF"/>
      </a:tcTxStyle>
      <a:tcStyle>
        <a:tcBdr/>
        <a:fill>
          <a:solidFill>
            <a:srgbClr val="D04A02"/>
          </a:solidFill>
        </a:fill>
      </a:tcStyle>
    </a:firstCol>
    <a:lastRow>
      <a:tcTxStyle b="on" i="off">
        <a:font>
          <a:latin typeface="Arial"/>
          <a:ea typeface="Arial"/>
          <a:cs typeface="Arial"/>
        </a:font>
        <a:srgbClr val="FFFFFF"/>
      </a:tcTxStyle>
      <a:tcStyle>
        <a:tcBdr>
          <a:top>
            <a:ln w="38100" cap="flat" cmpd="sng">
              <a:solidFill>
                <a:srgbClr val="FFFFFF"/>
              </a:solidFill>
              <a:prstDash val="solid"/>
              <a:round/>
              <a:headEnd type="none" w="sm" len="sm"/>
              <a:tailEnd type="none" w="sm" len="sm"/>
            </a:ln>
          </a:top>
        </a:tcBdr>
        <a:fill>
          <a:solidFill>
            <a:srgbClr val="D04A02"/>
          </a:solidFill>
        </a:fill>
      </a:tcStyle>
    </a:lastRow>
    <a:seCell>
      <a:tcTxStyle b="off" i="off"/>
      <a:tcStyle>
        <a:tcBdr/>
      </a:tcStyle>
    </a:seCell>
    <a:swCell>
      <a:tcTxStyle b="off" i="off"/>
      <a:tcStyle>
        <a:tcBdr/>
      </a:tcStyle>
    </a:swCell>
    <a:firstRow>
      <a:tcTxStyle b="on" i="off">
        <a:font>
          <a:latin typeface="Arial"/>
          <a:ea typeface="Arial"/>
          <a:cs typeface="Arial"/>
        </a:font>
        <a:srgbClr val="FFFFFF"/>
      </a:tcTxStyle>
      <a:tcStyle>
        <a:tcBdr>
          <a:bottom>
            <a:ln w="38100" cap="flat" cmpd="sng">
              <a:solidFill>
                <a:srgbClr val="FFFFFF"/>
              </a:solidFill>
              <a:prstDash val="solid"/>
              <a:round/>
              <a:headEnd type="none" w="sm" len="sm"/>
              <a:tailEnd type="none" w="sm" len="sm"/>
            </a:ln>
          </a:bottom>
        </a:tcBdr>
        <a:fill>
          <a:solidFill>
            <a:srgbClr val="D04A02"/>
          </a:solidFill>
        </a:fill>
      </a:tcStyle>
    </a:firstRow>
    <a:neCell>
      <a:tcTxStyle b="off" i="off"/>
      <a:tcStyle>
        <a:tcBdr/>
      </a:tcStyle>
    </a:neCell>
    <a:nwCell>
      <a:tcTxStyle b="off" i="off"/>
      <a:tcStyle>
        <a:tcBdr/>
      </a:tcStyle>
    </a:nwCell>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45" d="100"/>
          <a:sy n="145" d="100"/>
        </p:scale>
        <p:origin x="138" y="240"/>
      </p:cViewPr>
      <p:guideLst>
        <p:guide orient="horz" pos="4012"/>
        <p:guide pos="276"/>
        <p:guide orient="horz" pos="4085"/>
        <p:guide orient="horz" pos="959"/>
        <p:guide orient="horz" pos="271"/>
        <p:guide pos="7401"/>
        <p:guide pos="4502"/>
        <p:guide orient="horz" pos="1410"/>
        <p:guide orient="horz" pos="2480"/>
        <p:guide orient="horz" pos="841"/>
        <p:guide orient="horz" pos="2001"/>
        <p:guide pos="6480"/>
        <p:guide pos="6300"/>
        <p:guide orient="horz" pos="270"/>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notesMaster" Target="notesMasters/notesMaster1.xml"/><Relationship Id="rId3" Type="http://schemas.openxmlformats.org/officeDocument/2006/relationships/customXml" Target="../customXml/item3.xml"/><Relationship Id="rId55" Type="http://schemas.openxmlformats.org/officeDocument/2006/relationships/presProps" Target="presProps.xml"/><Relationship Id="rId7" Type="http://schemas.openxmlformats.org/officeDocument/2006/relationships/slide" Target="slides/slide2.xml"/><Relationship Id="rId12" Type="http://schemas.openxmlformats.org/officeDocument/2006/relationships/slide" Target="slides/slide7.xml"/><Relationship Id="rId59" Type="http://schemas.microsoft.com/office/2018/10/relationships/authors" Target="authors.xml"/><Relationship Id="rId2" Type="http://schemas.openxmlformats.org/officeDocument/2006/relationships/customXml" Target="../customXml/item2.xml"/><Relationship Id="rId54" Type="http://customschemas.google.com/relationships/presentationmetadata" Target="metadata"/><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58" Type="http://schemas.openxmlformats.org/officeDocument/2006/relationships/tableStyles" Target="tableStyles.xml"/><Relationship Id="rId5" Type="http://schemas.openxmlformats.org/officeDocument/2006/relationships/slideMaster" Target="slideMasters/slideMaster2.xml"/><Relationship Id="rId15" Type="http://schemas.openxmlformats.org/officeDocument/2006/relationships/tags" Target="tags/tag1.xml"/><Relationship Id="rId57" Type="http://schemas.openxmlformats.org/officeDocument/2006/relationships/theme" Target="theme/theme1.xml"/><Relationship Id="rId10" Type="http://schemas.openxmlformats.org/officeDocument/2006/relationships/slide" Target="slides/slide5.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handoutMaster" Target="handoutMasters/handoutMaster1.xml"/><Relationship Id="rId56"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9552C92-7A11-B1FC-972C-3A7ACF582E48}"/>
              </a:ext>
            </a:extLst>
          </p:cNvPr>
          <p:cNvSpPr>
            <a:spLocks noGrp="1"/>
          </p:cNvSpPr>
          <p:nvPr>
            <p:ph type="hdr" sz="quarter"/>
          </p:nvPr>
        </p:nvSpPr>
        <p:spPr>
          <a:xfrm>
            <a:off x="0" y="0"/>
            <a:ext cx="2971800" cy="496888"/>
          </a:xfrm>
          <a:prstGeom prst="rect">
            <a:avLst/>
          </a:prstGeom>
        </p:spPr>
        <p:txBody>
          <a:bodyPr vert="horz" lIns="91440" tIns="45720" rIns="91440" bIns="45720" rtlCol="0"/>
          <a:lstStyle>
            <a:lvl1pPr algn="l">
              <a:defRPr sz="1200"/>
            </a:lvl1pPr>
          </a:lstStyle>
          <a:p>
            <a:endParaRPr lang="en-GB" dirty="0"/>
          </a:p>
        </p:txBody>
      </p:sp>
      <p:sp>
        <p:nvSpPr>
          <p:cNvPr id="3" name="Date Placeholder 2">
            <a:extLst>
              <a:ext uri="{FF2B5EF4-FFF2-40B4-BE49-F238E27FC236}">
                <a16:creationId xmlns:a16="http://schemas.microsoft.com/office/drawing/2014/main" id="{33BD9EC5-3AA5-A9CB-CADC-2511B820CF91}"/>
              </a:ext>
            </a:extLst>
          </p:cNvPr>
          <p:cNvSpPr>
            <a:spLocks noGrp="1"/>
          </p:cNvSpPr>
          <p:nvPr>
            <p:ph type="dt" sz="quarter" idx="1"/>
          </p:nvPr>
        </p:nvSpPr>
        <p:spPr>
          <a:xfrm>
            <a:off x="3884613" y="0"/>
            <a:ext cx="2971800" cy="496888"/>
          </a:xfrm>
          <a:prstGeom prst="rect">
            <a:avLst/>
          </a:prstGeom>
        </p:spPr>
        <p:txBody>
          <a:bodyPr vert="horz" lIns="91440" tIns="45720" rIns="91440" bIns="45720" rtlCol="0"/>
          <a:lstStyle>
            <a:lvl1pPr algn="r">
              <a:defRPr sz="1200"/>
            </a:lvl1pPr>
          </a:lstStyle>
          <a:p>
            <a:fld id="{3C9AE4E4-89A2-43BE-8A87-F8DF24D517AC}" type="datetimeFigureOut">
              <a:rPr lang="en-GB" smtClean="0"/>
              <a:t>21/08/2026</a:t>
            </a:fld>
            <a:endParaRPr lang="en-GB" dirty="0"/>
          </a:p>
        </p:txBody>
      </p:sp>
      <p:sp>
        <p:nvSpPr>
          <p:cNvPr id="4" name="Footer Placeholder 3">
            <a:extLst>
              <a:ext uri="{FF2B5EF4-FFF2-40B4-BE49-F238E27FC236}">
                <a16:creationId xmlns:a16="http://schemas.microsoft.com/office/drawing/2014/main" id="{0035A6AC-39EB-F915-117F-13CF8A4F39F4}"/>
              </a:ext>
            </a:extLst>
          </p:cNvPr>
          <p:cNvSpPr>
            <a:spLocks noGrp="1"/>
          </p:cNvSpPr>
          <p:nvPr>
            <p:ph type="ftr" sz="quarter" idx="2"/>
          </p:nvPr>
        </p:nvSpPr>
        <p:spPr>
          <a:xfrm>
            <a:off x="0" y="9429750"/>
            <a:ext cx="2971800" cy="496888"/>
          </a:xfrm>
          <a:prstGeom prst="rect">
            <a:avLst/>
          </a:prstGeom>
        </p:spPr>
        <p:txBody>
          <a:bodyPr vert="horz" lIns="91440" tIns="45720" rIns="91440" bIns="45720" rtlCol="0" anchor="b"/>
          <a:lstStyle>
            <a:lvl1pPr algn="l">
              <a:defRPr sz="1200"/>
            </a:lvl1pPr>
          </a:lstStyle>
          <a:p>
            <a:endParaRPr lang="en-GB" dirty="0"/>
          </a:p>
        </p:txBody>
      </p:sp>
      <p:sp>
        <p:nvSpPr>
          <p:cNvPr id="5" name="Slide Number Placeholder 4">
            <a:extLst>
              <a:ext uri="{FF2B5EF4-FFF2-40B4-BE49-F238E27FC236}">
                <a16:creationId xmlns:a16="http://schemas.microsoft.com/office/drawing/2014/main" id="{E958CD41-2D47-6DD0-1B3C-188E9478009E}"/>
              </a:ext>
            </a:extLst>
          </p:cNvPr>
          <p:cNvSpPr>
            <a:spLocks noGrp="1"/>
          </p:cNvSpPr>
          <p:nvPr>
            <p:ph type="sldNum" sz="quarter" idx="3"/>
          </p:nvPr>
        </p:nvSpPr>
        <p:spPr>
          <a:xfrm>
            <a:off x="3884613" y="9429750"/>
            <a:ext cx="2971800" cy="496888"/>
          </a:xfrm>
          <a:prstGeom prst="rect">
            <a:avLst/>
          </a:prstGeom>
        </p:spPr>
        <p:txBody>
          <a:bodyPr vert="horz" lIns="91440" tIns="45720" rIns="91440" bIns="45720" rtlCol="0" anchor="b"/>
          <a:lstStyle>
            <a:lvl1pPr algn="r">
              <a:defRPr sz="1200"/>
            </a:lvl1pPr>
          </a:lstStyle>
          <a:p>
            <a:fld id="{AF598E31-3A2F-4326-87F0-E088EA5AF62C}" type="slidenum">
              <a:rPr lang="en-GB" smtClean="0"/>
              <a:t>‹#›</a:t>
            </a:fld>
            <a:endParaRPr lang="en-GB" dirty="0"/>
          </a:p>
        </p:txBody>
      </p:sp>
    </p:spTree>
    <p:extLst>
      <p:ext uri="{BB962C8B-B14F-4D97-AF65-F5344CB8AC3E}">
        <p14:creationId xmlns:p14="http://schemas.microsoft.com/office/powerpoint/2010/main" val="189689005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1" cy="49805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dirty="0"/>
          </a:p>
        </p:txBody>
      </p:sp>
      <p:sp>
        <p:nvSpPr>
          <p:cNvPr id="4" name="Google Shape;4;n"/>
          <p:cNvSpPr txBox="1">
            <a:spLocks noGrp="1"/>
          </p:cNvSpPr>
          <p:nvPr>
            <p:ph type="dt" idx="10"/>
          </p:nvPr>
        </p:nvSpPr>
        <p:spPr>
          <a:xfrm>
            <a:off x="3884613" y="0"/>
            <a:ext cx="2971801" cy="498055"/>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dirty="0"/>
          </a:p>
        </p:txBody>
      </p:sp>
      <p:sp>
        <p:nvSpPr>
          <p:cNvPr id="5" name="Google Shape;5;n"/>
          <p:cNvSpPr>
            <a:spLocks noGrp="1" noRot="1" noChangeAspect="1"/>
          </p:cNvSpPr>
          <p:nvPr>
            <p:ph type="sldImg" idx="3"/>
          </p:nvPr>
        </p:nvSpPr>
        <p:spPr>
          <a:xfrm>
            <a:off x="450850" y="1241425"/>
            <a:ext cx="5956300"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1" y="4777195"/>
            <a:ext cx="5486400" cy="3908613"/>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9428584"/>
            <a:ext cx="2971801" cy="498054"/>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dirty="0"/>
          </a:p>
        </p:txBody>
      </p:sp>
      <p:sp>
        <p:nvSpPr>
          <p:cNvPr id="8" name="Google Shape;8;n"/>
          <p:cNvSpPr txBox="1">
            <a:spLocks noGrp="1"/>
          </p:cNvSpPr>
          <p:nvPr>
            <p:ph type="sldNum" idx="12"/>
          </p:nvPr>
        </p:nvSpPr>
        <p:spPr>
          <a:xfrm>
            <a:off x="3884613" y="9428584"/>
            <a:ext cx="2971801" cy="498054"/>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dirty="0">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9"/>
        <p:cNvGrpSpPr/>
        <p:nvPr/>
      </p:nvGrpSpPr>
      <p:grpSpPr>
        <a:xfrm>
          <a:off x="0" y="0"/>
          <a:ext cx="0" cy="0"/>
          <a:chOff x="0" y="0"/>
          <a:chExt cx="0" cy="0"/>
        </a:xfrm>
      </p:grpSpPr>
      <p:sp>
        <p:nvSpPr>
          <p:cNvPr id="900" name="Google Shape;900;p1:notes"/>
          <p:cNvSpPr txBox="1">
            <a:spLocks noGrp="1"/>
          </p:cNvSpPr>
          <p:nvPr>
            <p:ph type="body" idx="1"/>
          </p:nvPr>
        </p:nvSpPr>
        <p:spPr>
          <a:xfrm>
            <a:off x="685800" y="4777188"/>
            <a:ext cx="5486400" cy="39087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901" name="Google Shape;901;p1:notes"/>
          <p:cNvSpPr>
            <a:spLocks noGrp="1" noRot="1" noChangeAspect="1"/>
          </p:cNvSpPr>
          <p:nvPr>
            <p:ph type="sldImg" idx="2"/>
          </p:nvPr>
        </p:nvSpPr>
        <p:spPr>
          <a:xfrm>
            <a:off x="452438"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3</a:t>
            </a:fld>
            <a:endParaRPr lang="en-US" sz="1200" b="0" i="0" u="none" strike="noStrike" cap="none"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01319815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4</a:t>
            </a:fld>
            <a:endParaRPr lang="en-US" sz="1200" b="0" i="0" u="none" strike="noStrike" cap="none"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61183533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5</a:t>
            </a:fld>
            <a:endParaRPr lang="en-US" sz="1200" b="0" i="0" u="none" strike="noStrike" cap="none"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12708657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13"/>
        <p:cNvGrpSpPr/>
        <p:nvPr/>
      </p:nvGrpSpPr>
      <p:grpSpPr>
        <a:xfrm>
          <a:off x="0" y="0"/>
          <a:ext cx="0" cy="0"/>
          <a:chOff x="0" y="0"/>
          <a:chExt cx="0" cy="0"/>
        </a:xfrm>
      </p:grpSpPr>
      <p:sp>
        <p:nvSpPr>
          <p:cNvPr id="2614" name="Google Shape;2614;p46:notes"/>
          <p:cNvSpPr>
            <a:spLocks noGrp="1" noRot="1" noChangeAspect="1"/>
          </p:cNvSpPr>
          <p:nvPr>
            <p:ph type="sldImg" idx="2"/>
          </p:nvPr>
        </p:nvSpPr>
        <p:spPr>
          <a:xfrm>
            <a:off x="450850" y="1241425"/>
            <a:ext cx="5956300"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15" name="Google Shape;2615;p46:notes"/>
          <p:cNvSpPr txBox="1">
            <a:spLocks noGrp="1"/>
          </p:cNvSpPr>
          <p:nvPr>
            <p:ph type="body" idx="1"/>
          </p:nvPr>
        </p:nvSpPr>
        <p:spPr>
          <a:xfrm>
            <a:off x="685801" y="4777195"/>
            <a:ext cx="5486400" cy="39087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2616" name="Google Shape;2616;p46:notes"/>
          <p:cNvSpPr txBox="1">
            <a:spLocks noGrp="1"/>
          </p:cNvSpPr>
          <p:nvPr>
            <p:ph type="sldNum" idx="12"/>
          </p:nvPr>
        </p:nvSpPr>
        <p:spPr>
          <a:xfrm>
            <a:off x="3884613" y="9428584"/>
            <a:ext cx="2971800" cy="4980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400" b="0" i="0" u="none" strike="noStrike" cap="none">
                <a:solidFill>
                  <a:srgbClr val="000000"/>
                </a:solidFill>
                <a:latin typeface="Arial"/>
                <a:ea typeface="Arial"/>
                <a:cs typeface="Arial"/>
                <a:sym typeface="Arial"/>
              </a:rPr>
              <a:t>7</a:t>
            </a:fld>
            <a:endParaRPr sz="1400" b="0" i="0" u="none" strike="noStrike" cap="none" dirty="0">
              <a:solidFill>
                <a:srgbClr val="000000"/>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dirty="0"/>
          </a:p>
        </p:txBody>
      </p:sp>
    </p:spTree>
    <p:extLst>
      <p:ext uri="{BB962C8B-B14F-4D97-AF65-F5344CB8AC3E}">
        <p14:creationId xmlns:p14="http://schemas.microsoft.com/office/powerpoint/2010/main" val="1687713961"/>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dirty="0"/>
          </a:p>
        </p:txBody>
      </p:sp>
    </p:spTree>
    <p:extLst>
      <p:ext uri="{BB962C8B-B14F-4D97-AF65-F5344CB8AC3E}">
        <p14:creationId xmlns:p14="http://schemas.microsoft.com/office/powerpoint/2010/main" val="2235471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dirty="0"/>
          </a:p>
        </p:txBody>
      </p:sp>
    </p:spTree>
    <p:extLst>
      <p:ext uri="{BB962C8B-B14F-4D97-AF65-F5344CB8AC3E}">
        <p14:creationId xmlns:p14="http://schemas.microsoft.com/office/powerpoint/2010/main" val="1748418988"/>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endParaRPr lang="en-GB" dirty="0"/>
          </a:p>
        </p:txBody>
      </p:sp>
      <p:sp>
        <p:nvSpPr>
          <p:cNvPr id="6" name="Footer Placeholder 5"/>
          <p:cNvSpPr>
            <a:spLocks noGrp="1"/>
          </p:cNvSpPr>
          <p:nvPr>
            <p:ph type="ftr" sz="quarter" idx="11"/>
          </p:nvPr>
        </p:nvSpPr>
        <p:spPr/>
        <p:txBody>
          <a:bodyPr/>
          <a:lstStyle/>
          <a:p>
            <a:endParaRPr lang="en-GB" dirty="0"/>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dirty="0"/>
          </a:p>
        </p:txBody>
      </p:sp>
    </p:spTree>
    <p:extLst>
      <p:ext uri="{BB962C8B-B14F-4D97-AF65-F5344CB8AC3E}">
        <p14:creationId xmlns:p14="http://schemas.microsoft.com/office/powerpoint/2010/main" val="1235671228"/>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endParaRPr lang="en-GB" dirty="0"/>
          </a:p>
        </p:txBody>
      </p:sp>
      <p:sp>
        <p:nvSpPr>
          <p:cNvPr id="8" name="Footer Placeholder 7"/>
          <p:cNvSpPr>
            <a:spLocks noGrp="1"/>
          </p:cNvSpPr>
          <p:nvPr>
            <p:ph type="ftr" sz="quarter" idx="11"/>
          </p:nvPr>
        </p:nvSpPr>
        <p:spPr/>
        <p:txBody>
          <a:bodyPr/>
          <a:lstStyle/>
          <a:p>
            <a:endParaRPr lang="en-GB" dirty="0"/>
          </a:p>
        </p:txBody>
      </p:sp>
      <p:sp>
        <p:nvSpPr>
          <p:cNvPr id="9" name="Slide Number Placeholder 8"/>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dirty="0"/>
          </a:p>
        </p:txBody>
      </p:sp>
    </p:spTree>
    <p:extLst>
      <p:ext uri="{BB962C8B-B14F-4D97-AF65-F5344CB8AC3E}">
        <p14:creationId xmlns:p14="http://schemas.microsoft.com/office/powerpoint/2010/main" val="3440792660"/>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endParaRPr lang="en-GB" dirty="0"/>
          </a:p>
        </p:txBody>
      </p:sp>
      <p:sp>
        <p:nvSpPr>
          <p:cNvPr id="4" name="Footer Placeholder 3"/>
          <p:cNvSpPr>
            <a:spLocks noGrp="1"/>
          </p:cNvSpPr>
          <p:nvPr>
            <p:ph type="ftr" sz="quarter" idx="11"/>
          </p:nvPr>
        </p:nvSpPr>
        <p:spPr/>
        <p:txBody>
          <a:bodyPr/>
          <a:lstStyle/>
          <a:p>
            <a:endParaRPr lang="en-GB" dirty="0"/>
          </a:p>
        </p:txBody>
      </p:sp>
      <p:sp>
        <p:nvSpPr>
          <p:cNvPr id="5" name="Slide Number Placeholder 4"/>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dirty="0"/>
          </a:p>
        </p:txBody>
      </p:sp>
    </p:spTree>
    <p:extLst>
      <p:ext uri="{BB962C8B-B14F-4D97-AF65-F5344CB8AC3E}">
        <p14:creationId xmlns:p14="http://schemas.microsoft.com/office/powerpoint/2010/main" val="139999181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GB" dirty="0"/>
          </a:p>
        </p:txBody>
      </p:sp>
      <p:sp>
        <p:nvSpPr>
          <p:cNvPr id="3" name="Footer Placeholder 2"/>
          <p:cNvSpPr>
            <a:spLocks noGrp="1"/>
          </p:cNvSpPr>
          <p:nvPr>
            <p:ph type="ftr" sz="quarter" idx="11"/>
          </p:nvPr>
        </p:nvSpPr>
        <p:spPr/>
        <p:txBody>
          <a:bodyPr/>
          <a:lstStyle/>
          <a:p>
            <a:endParaRPr lang="en-GB" dirty="0"/>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dirty="0"/>
          </a:p>
        </p:txBody>
      </p:sp>
      <p:sp>
        <p:nvSpPr>
          <p:cNvPr id="5" name="Rectangle 4">
            <a:extLst>
              <a:ext uri="{FF2B5EF4-FFF2-40B4-BE49-F238E27FC236}">
                <a16:creationId xmlns:a16="http://schemas.microsoft.com/office/drawing/2014/main" id="{A49AEDB1-C5C4-8778-27F4-B57F9FA65E15}"/>
              </a:ext>
            </a:extLst>
          </p:cNvPr>
          <p:cNvSpPr/>
          <p:nvPr userDrawn="1"/>
        </p:nvSpPr>
        <p:spPr>
          <a:xfrm>
            <a:off x="302150" y="6492180"/>
            <a:ext cx="3943847" cy="22667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39543064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GB" dirty="0"/>
          </a:p>
        </p:txBody>
      </p:sp>
      <p:sp>
        <p:nvSpPr>
          <p:cNvPr id="6" name="Footer Placeholder 5"/>
          <p:cNvSpPr>
            <a:spLocks noGrp="1"/>
          </p:cNvSpPr>
          <p:nvPr>
            <p:ph type="ftr" sz="quarter" idx="11"/>
          </p:nvPr>
        </p:nvSpPr>
        <p:spPr/>
        <p:txBody>
          <a:bodyPr/>
          <a:lstStyle/>
          <a:p>
            <a:endParaRPr lang="en-GB" dirty="0"/>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dirty="0"/>
          </a:p>
        </p:txBody>
      </p:sp>
    </p:spTree>
    <p:extLst>
      <p:ext uri="{BB962C8B-B14F-4D97-AF65-F5344CB8AC3E}">
        <p14:creationId xmlns:p14="http://schemas.microsoft.com/office/powerpoint/2010/main" val="366802882"/>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GB" dirty="0"/>
          </a:p>
        </p:txBody>
      </p:sp>
      <p:sp>
        <p:nvSpPr>
          <p:cNvPr id="6" name="Footer Placeholder 5"/>
          <p:cNvSpPr>
            <a:spLocks noGrp="1"/>
          </p:cNvSpPr>
          <p:nvPr>
            <p:ph type="ftr" sz="quarter" idx="11"/>
          </p:nvPr>
        </p:nvSpPr>
        <p:spPr/>
        <p:txBody>
          <a:bodyPr/>
          <a:lstStyle/>
          <a:p>
            <a:endParaRPr lang="en-GB" dirty="0"/>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dirty="0"/>
          </a:p>
        </p:txBody>
      </p:sp>
    </p:spTree>
    <p:extLst>
      <p:ext uri="{BB962C8B-B14F-4D97-AF65-F5344CB8AC3E}">
        <p14:creationId xmlns:p14="http://schemas.microsoft.com/office/powerpoint/2010/main" val="2200312027"/>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dirty="0"/>
          </a:p>
        </p:txBody>
      </p:sp>
    </p:spTree>
    <p:extLst>
      <p:ext uri="{BB962C8B-B14F-4D97-AF65-F5344CB8AC3E}">
        <p14:creationId xmlns:p14="http://schemas.microsoft.com/office/powerpoint/2010/main" val="4056082135"/>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dirty="0"/>
          </a:p>
        </p:txBody>
      </p:sp>
    </p:spTree>
    <p:extLst>
      <p:ext uri="{BB962C8B-B14F-4D97-AF65-F5344CB8AC3E}">
        <p14:creationId xmlns:p14="http://schemas.microsoft.com/office/powerpoint/2010/main" val="3625715083"/>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matchingName="Title Slide All White">
  <p:cSld name="Title Slide All White">
    <p:bg>
      <p:bgPr>
        <a:solidFill>
          <a:schemeClr val="lt1"/>
        </a:solidFill>
        <a:effectLst/>
      </p:bgPr>
    </p:bg>
    <p:spTree>
      <p:nvGrpSpPr>
        <p:cNvPr id="1" name="Shape 16"/>
        <p:cNvGrpSpPr/>
        <p:nvPr/>
      </p:nvGrpSpPr>
      <p:grpSpPr>
        <a:xfrm>
          <a:off x="0" y="0"/>
          <a:ext cx="0" cy="0"/>
          <a:chOff x="0" y="0"/>
          <a:chExt cx="0" cy="0"/>
        </a:xfrm>
      </p:grpSpPr>
      <p:sp>
        <p:nvSpPr>
          <p:cNvPr id="17" name="Google Shape;17;p48"/>
          <p:cNvSpPr txBox="1">
            <a:spLocks noGrp="1"/>
          </p:cNvSpPr>
          <p:nvPr>
            <p:ph type="ctrTitle"/>
          </p:nvPr>
        </p:nvSpPr>
        <p:spPr>
          <a:xfrm>
            <a:off x="442912" y="428625"/>
            <a:ext cx="7418400" cy="2428800"/>
          </a:xfrm>
          <a:prstGeom prst="rect">
            <a:avLst/>
          </a:prstGeom>
          <a:noFill/>
          <a:ln>
            <a:noFill/>
          </a:ln>
        </p:spPr>
        <p:txBody>
          <a:bodyPr spcFirstLastPara="1" wrap="square" lIns="0" tIns="0" rIns="0" bIns="0" anchor="b" anchorCtr="0">
            <a:noAutofit/>
          </a:bodyPr>
          <a:lstStyle>
            <a:lvl1pPr lvl="0" algn="l">
              <a:lnSpc>
                <a:spcPct val="85000"/>
              </a:lnSpc>
              <a:spcBef>
                <a:spcPts val="0"/>
              </a:spcBef>
              <a:spcAft>
                <a:spcPts val="0"/>
              </a:spcAft>
              <a:buClr>
                <a:schemeClr val="dk1"/>
              </a:buClr>
              <a:buSzPts val="6000"/>
              <a:buFont typeface="Georgia"/>
              <a:buNone/>
              <a:defRPr sz="6000">
                <a:solidFill>
                  <a:schemeClr val="dk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48"/>
          <p:cNvSpPr txBox="1">
            <a:spLocks noGrp="1"/>
          </p:cNvSpPr>
          <p:nvPr>
            <p:ph type="subTitle" idx="1"/>
          </p:nvPr>
        </p:nvSpPr>
        <p:spPr>
          <a:xfrm>
            <a:off x="442913" y="3749040"/>
            <a:ext cx="5473800" cy="5943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dk1"/>
              </a:buClr>
              <a:buSzPts val="1600"/>
              <a:buNone/>
              <a:defRPr sz="1600" b="0">
                <a:solidFill>
                  <a:schemeClr val="dk1"/>
                </a:solidFill>
              </a:defRPr>
            </a:lvl1pPr>
            <a:lvl2pPr lvl="1" algn="l">
              <a:lnSpc>
                <a:spcPct val="100000"/>
              </a:lnSpc>
              <a:spcBef>
                <a:spcPts val="0"/>
              </a:spcBef>
              <a:spcAft>
                <a:spcPts val="0"/>
              </a:spcAft>
              <a:buClr>
                <a:schemeClr val="dk1"/>
              </a:buClr>
              <a:buSzPts val="1600"/>
              <a:buNone/>
              <a:defRPr sz="1600"/>
            </a:lvl2pPr>
            <a:lvl3pPr lvl="2" algn="l">
              <a:lnSpc>
                <a:spcPct val="100000"/>
              </a:lnSpc>
              <a:spcBef>
                <a:spcPts val="0"/>
              </a:spcBef>
              <a:spcAft>
                <a:spcPts val="0"/>
              </a:spcAft>
              <a:buClr>
                <a:schemeClr val="dk1"/>
              </a:buClr>
              <a:buSzPts val="1600"/>
              <a:buNone/>
              <a:defRPr sz="1600"/>
            </a:lvl3pPr>
            <a:lvl4pPr lvl="3" algn="l">
              <a:lnSpc>
                <a:spcPct val="100000"/>
              </a:lnSpc>
              <a:spcBef>
                <a:spcPts val="0"/>
              </a:spcBef>
              <a:spcAft>
                <a:spcPts val="0"/>
              </a:spcAft>
              <a:buClr>
                <a:schemeClr val="dk1"/>
              </a:buClr>
              <a:buSzPts val="1600"/>
              <a:buNone/>
              <a:defRPr sz="1600"/>
            </a:lvl4pPr>
            <a:lvl5pPr lvl="4" algn="l">
              <a:lnSpc>
                <a:spcPct val="100000"/>
              </a:lnSpc>
              <a:spcBef>
                <a:spcPts val="0"/>
              </a:spcBef>
              <a:spcAft>
                <a:spcPts val="0"/>
              </a:spcAft>
              <a:buClr>
                <a:schemeClr val="dk1"/>
              </a:buClr>
              <a:buSzPts val="1600"/>
              <a:buNone/>
              <a:defRPr sz="1600"/>
            </a:lvl5pPr>
            <a:lvl6pPr lvl="5" algn="l">
              <a:lnSpc>
                <a:spcPct val="100000"/>
              </a:lnSpc>
              <a:spcBef>
                <a:spcPts val="0"/>
              </a:spcBef>
              <a:spcAft>
                <a:spcPts val="0"/>
              </a:spcAft>
              <a:buClr>
                <a:schemeClr val="dk1"/>
              </a:buClr>
              <a:buSzPts val="1600"/>
              <a:buNone/>
              <a:defRPr sz="1600"/>
            </a:lvl6pPr>
            <a:lvl7pPr lvl="6" algn="l">
              <a:lnSpc>
                <a:spcPct val="100000"/>
              </a:lnSpc>
              <a:spcBef>
                <a:spcPts val="0"/>
              </a:spcBef>
              <a:spcAft>
                <a:spcPts val="0"/>
              </a:spcAft>
              <a:buClr>
                <a:schemeClr val="dk1"/>
              </a:buClr>
              <a:buSzPts val="1600"/>
              <a:buNone/>
              <a:defRPr sz="1600"/>
            </a:lvl7pPr>
            <a:lvl8pPr lvl="7" algn="l">
              <a:lnSpc>
                <a:spcPct val="100000"/>
              </a:lnSpc>
              <a:spcBef>
                <a:spcPts val="0"/>
              </a:spcBef>
              <a:spcAft>
                <a:spcPts val="0"/>
              </a:spcAft>
              <a:buClr>
                <a:schemeClr val="dk1"/>
              </a:buClr>
              <a:buSzPts val="1600"/>
              <a:buNone/>
              <a:defRPr sz="1600"/>
            </a:lvl8pPr>
            <a:lvl9pPr lvl="8" algn="l">
              <a:lnSpc>
                <a:spcPct val="100000"/>
              </a:lnSpc>
              <a:spcBef>
                <a:spcPts val="0"/>
              </a:spcBef>
              <a:spcAft>
                <a:spcPts val="0"/>
              </a:spcAft>
              <a:buClr>
                <a:schemeClr val="dk1"/>
              </a:buClr>
              <a:buSzPts val="1600"/>
              <a:buNone/>
              <a:defRPr sz="1600"/>
            </a:lvl9pPr>
          </a:lstStyle>
          <a:p>
            <a:endParaRPr/>
          </a:p>
        </p:txBody>
      </p:sp>
    </p:spTree>
    <p:extLst>
      <p:ext uri="{BB962C8B-B14F-4D97-AF65-F5344CB8AC3E}">
        <p14:creationId xmlns:p14="http://schemas.microsoft.com/office/powerpoint/2010/main" val="331266220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lgn="l">
              <a:defRPr/>
            </a:lvl1pPr>
          </a:lstStyle>
          <a:p>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dirty="0"/>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39879501"/>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dirty="0"/>
          </a:p>
        </p:txBody>
      </p:sp>
    </p:spTree>
    <p:extLst>
      <p:ext uri="{BB962C8B-B14F-4D97-AF65-F5344CB8AC3E}">
        <p14:creationId xmlns:p14="http://schemas.microsoft.com/office/powerpoint/2010/main" val="3598503236"/>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9" name="Rectangle 8"/>
          <p:cNvSpPr/>
          <p:nvPr/>
        </p:nvSpPr>
        <p:spPr>
          <a:xfrm>
            <a:off x="0" y="0"/>
            <a:ext cx="12192000" cy="4572001"/>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en-US"/>
              <a:t>Click to edit Master title style</a:t>
            </a:r>
            <a:endParaRPr lang="en-US" dirty="0"/>
          </a:p>
        </p:txBody>
      </p:sp>
      <p:sp>
        <p:nvSpPr>
          <p:cNvPr id="3" name="Text Placeholder 2"/>
          <p:cNvSpPr>
            <a:spLocks noGrp="1"/>
          </p:cNvSpPr>
          <p:nvPr>
            <p:ph type="body" idx="1"/>
          </p:nvPr>
        </p:nvSpPr>
        <p:spPr>
          <a:xfrm>
            <a:off x="8610600" y="4960137"/>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dirty="0"/>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55131210"/>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499616"/>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24127"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989320"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endParaRPr lang="en-GB" dirty="0"/>
          </a:p>
        </p:txBody>
      </p:sp>
      <p:sp>
        <p:nvSpPr>
          <p:cNvPr id="6" name="Footer Placeholder 5"/>
          <p:cNvSpPr>
            <a:spLocks noGrp="1"/>
          </p:cNvSpPr>
          <p:nvPr>
            <p:ph type="ftr" sz="quarter" idx="11"/>
          </p:nvPr>
        </p:nvSpPr>
        <p:spPr/>
        <p:txBody>
          <a:bodyPr/>
          <a:lstStyle/>
          <a:p>
            <a:endParaRPr lang="en-GB" dirty="0"/>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dirty="0"/>
          </a:p>
        </p:txBody>
      </p:sp>
    </p:spTree>
    <p:extLst>
      <p:ext uri="{BB962C8B-B14F-4D97-AF65-F5344CB8AC3E}">
        <p14:creationId xmlns:p14="http://schemas.microsoft.com/office/powerpoint/2010/main" val="446557809"/>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24128" y="2179636"/>
            <a:ext cx="4754880" cy="822960"/>
          </a:xfrm>
        </p:spPr>
        <p:txBody>
          <a:bodyPr lIns="137160" rIns="137160" anchor="ctr">
            <a:normAutofit/>
          </a:bodyPr>
          <a:lstStyle>
            <a:lvl1pPr marL="0" indent="0">
              <a:spcBef>
                <a:spcPts val="0"/>
              </a:spcBef>
              <a:spcAft>
                <a:spcPts val="0"/>
              </a:spcAft>
              <a:buNone/>
              <a:defRPr sz="2300" b="0" cap="none"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2412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990888" y="2179636"/>
            <a:ext cx="4754880" cy="822960"/>
          </a:xfrm>
        </p:spPr>
        <p:txBody>
          <a:bodyPr lIns="137160" rIns="137160" anchor="ctr">
            <a:normAutofit/>
          </a:bodyPr>
          <a:lstStyle>
            <a:lvl1pPr marL="0" indent="0">
              <a:spcBef>
                <a:spcPts val="0"/>
              </a:spcBef>
              <a:spcAft>
                <a:spcPts val="0"/>
              </a:spcAft>
              <a:buNone/>
              <a:defRPr lang="en-US" sz="2300" b="0" kern="1200" cap="none"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US"/>
              <a:t>Click to edit Master text styles</a:t>
            </a:r>
          </a:p>
        </p:txBody>
      </p:sp>
      <p:sp>
        <p:nvSpPr>
          <p:cNvPr id="6" name="Content Placeholder 5"/>
          <p:cNvSpPr>
            <a:spLocks noGrp="1"/>
          </p:cNvSpPr>
          <p:nvPr>
            <p:ph sz="quarter" idx="4"/>
          </p:nvPr>
        </p:nvSpPr>
        <p:spPr>
          <a:xfrm>
            <a:off x="599088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endParaRPr lang="en-GB" dirty="0"/>
          </a:p>
        </p:txBody>
      </p:sp>
      <p:sp>
        <p:nvSpPr>
          <p:cNvPr id="8" name="Footer Placeholder 7"/>
          <p:cNvSpPr>
            <a:spLocks noGrp="1"/>
          </p:cNvSpPr>
          <p:nvPr>
            <p:ph type="ftr" sz="quarter" idx="11"/>
          </p:nvPr>
        </p:nvSpPr>
        <p:spPr/>
        <p:txBody>
          <a:bodyPr/>
          <a:lstStyle/>
          <a:p>
            <a:endParaRPr lang="en-GB" dirty="0"/>
          </a:p>
        </p:txBody>
      </p:sp>
      <p:sp>
        <p:nvSpPr>
          <p:cNvPr id="9" name="Slide Number Placeholder 8"/>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dirty="0"/>
          </a:p>
        </p:txBody>
      </p:sp>
    </p:spTree>
    <p:extLst>
      <p:ext uri="{BB962C8B-B14F-4D97-AF65-F5344CB8AC3E}">
        <p14:creationId xmlns:p14="http://schemas.microsoft.com/office/powerpoint/2010/main" val="971401876"/>
      </p:ext>
    </p:extLst>
  </p:cSld>
  <p:clrMapOvr>
    <a:masterClrMapping/>
  </p:clrMapOvr>
  <p:hf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endParaRPr lang="en-GB" dirty="0"/>
          </a:p>
        </p:txBody>
      </p:sp>
      <p:sp>
        <p:nvSpPr>
          <p:cNvPr id="4" name="Footer Placeholder 3"/>
          <p:cNvSpPr>
            <a:spLocks noGrp="1"/>
          </p:cNvSpPr>
          <p:nvPr>
            <p:ph type="ftr" sz="quarter" idx="11"/>
          </p:nvPr>
        </p:nvSpPr>
        <p:spPr/>
        <p:txBody>
          <a:bodyPr/>
          <a:lstStyle/>
          <a:p>
            <a:endParaRPr lang="en-GB" dirty="0"/>
          </a:p>
        </p:txBody>
      </p:sp>
      <p:sp>
        <p:nvSpPr>
          <p:cNvPr id="5" name="Slide Number Placeholder 4"/>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dirty="0"/>
          </a:p>
        </p:txBody>
      </p:sp>
    </p:spTree>
    <p:extLst>
      <p:ext uri="{BB962C8B-B14F-4D97-AF65-F5344CB8AC3E}">
        <p14:creationId xmlns:p14="http://schemas.microsoft.com/office/powerpoint/2010/main" val="2913580821"/>
      </p:ext>
    </p:extLst>
  </p:cSld>
  <p:clrMapOvr>
    <a:masterClrMapping/>
  </p:clrMapOvr>
  <p:hf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GB" dirty="0"/>
          </a:p>
        </p:txBody>
      </p:sp>
      <p:sp>
        <p:nvSpPr>
          <p:cNvPr id="3" name="Footer Placeholder 2"/>
          <p:cNvSpPr>
            <a:spLocks noGrp="1"/>
          </p:cNvSpPr>
          <p:nvPr>
            <p:ph type="ftr" sz="quarter" idx="11"/>
          </p:nvPr>
        </p:nvSpPr>
        <p:spPr/>
        <p:txBody>
          <a:bodyPr/>
          <a:lstStyle/>
          <a:p>
            <a:endParaRPr lang="en-GB" dirty="0"/>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dirty="0"/>
          </a:p>
        </p:txBody>
      </p:sp>
    </p:spTree>
    <p:extLst>
      <p:ext uri="{BB962C8B-B14F-4D97-AF65-F5344CB8AC3E}">
        <p14:creationId xmlns:p14="http://schemas.microsoft.com/office/powerpoint/2010/main" val="3961758837"/>
      </p:ext>
    </p:extLst>
  </p:cSld>
  <p:clrMapOvr>
    <a:masterClrMapping/>
  </p:clrMapOvr>
  <p:hf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en-US"/>
              <a:t>Click to edit Master title style</a:t>
            </a:r>
            <a:endParaRPr lang="en-US" dirty="0"/>
          </a:p>
        </p:txBody>
      </p:sp>
      <p:sp>
        <p:nvSpPr>
          <p:cNvPr id="3" name="Content Placeholder 2"/>
          <p:cNvSpPr>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GB" dirty="0"/>
          </a:p>
        </p:txBody>
      </p:sp>
      <p:sp>
        <p:nvSpPr>
          <p:cNvPr id="6" name="Footer Placeholder 5"/>
          <p:cNvSpPr>
            <a:spLocks noGrp="1"/>
          </p:cNvSpPr>
          <p:nvPr>
            <p:ph type="ftr" sz="quarter" idx="11"/>
          </p:nvPr>
        </p:nvSpPr>
        <p:spPr/>
        <p:txBody>
          <a:bodyPr/>
          <a:lstStyle/>
          <a:p>
            <a:endParaRPr lang="en-GB" dirty="0"/>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dirty="0"/>
          </a:p>
        </p:txBody>
      </p:sp>
    </p:spTree>
    <p:extLst>
      <p:ext uri="{BB962C8B-B14F-4D97-AF65-F5344CB8AC3E}">
        <p14:creationId xmlns:p14="http://schemas.microsoft.com/office/powerpoint/2010/main" val="4174350752"/>
      </p:ext>
    </p:extLst>
  </p:cSld>
  <p:clrMapOvr>
    <a:masterClrMapping/>
  </p:clrMapOvr>
  <p:hf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1"/>
            <a:ext cx="12188952" cy="4572000"/>
          </a:xfrm>
          <a:solidFill>
            <a:schemeClr val="accent1">
              <a:lumMod val="60000"/>
              <a:lumOff val="40000"/>
            </a:schemeClr>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GB" dirty="0"/>
          </a:p>
        </p:txBody>
      </p:sp>
      <p:sp>
        <p:nvSpPr>
          <p:cNvPr id="6" name="Footer Placeholder 5"/>
          <p:cNvSpPr>
            <a:spLocks noGrp="1"/>
          </p:cNvSpPr>
          <p:nvPr>
            <p:ph type="ftr" sz="quarter" idx="11"/>
          </p:nvPr>
        </p:nvSpPr>
        <p:spPr/>
        <p:txBody>
          <a:bodyPr/>
          <a:lstStyle/>
          <a:p>
            <a:endParaRPr lang="en-GB" dirty="0"/>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dirty="0"/>
          </a:p>
        </p:txBody>
      </p:sp>
      <p:cxnSp>
        <p:nvCxnSpPr>
          <p:cNvPr id="8" name="Straight Connector 7"/>
          <p:cNvCxnSpPr/>
          <p:nvPr/>
        </p:nvCxnSpPr>
        <p:spPr>
          <a:xfrm flipV="1">
            <a:off x="8386843"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33619971"/>
      </p:ext>
    </p:extLst>
  </p:cSld>
  <p:clrMapOvr>
    <a:masterClrMapping/>
  </p:clrMapOvr>
  <p:hf hdr="0" ftr="0" dt="0"/>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dirty="0"/>
          </a:p>
        </p:txBody>
      </p:sp>
    </p:spTree>
    <p:extLst>
      <p:ext uri="{BB962C8B-B14F-4D97-AF65-F5344CB8AC3E}">
        <p14:creationId xmlns:p14="http://schemas.microsoft.com/office/powerpoint/2010/main" val="4006388944"/>
      </p:ext>
    </p:extLst>
  </p:cSld>
  <p:clrMapOvr>
    <a:masterClrMapping/>
  </p:clrMapOvr>
  <p:hf hdr="0" ftr="0" dt="0"/>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762000"/>
            <a:ext cx="2628900" cy="5410200"/>
          </a:xfrm>
        </p:spPr>
        <p:txBody>
          <a:bodyPr vert="eaVert" lIns="45720" tIns="91440" rIns="45720" bIns="91440"/>
          <a:lstStyle/>
          <a:p>
            <a:r>
              <a:rPr lang="en-US"/>
              <a:t>Click to edit Master title style</a:t>
            </a:r>
            <a:endParaRPr lang="en-US" dirty="0"/>
          </a:p>
        </p:txBody>
      </p:sp>
      <p:sp>
        <p:nvSpPr>
          <p:cNvPr id="3" name="Vertical Text Placeholder 2"/>
          <p:cNvSpPr>
            <a:spLocks noGrp="1"/>
          </p:cNvSpPr>
          <p:nvPr>
            <p:ph type="body" orient="vert" idx="1"/>
          </p:nvPr>
        </p:nvSpPr>
        <p:spPr>
          <a:xfrm>
            <a:off x="990601" y="762000"/>
            <a:ext cx="75819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dirty="0"/>
          </a:p>
        </p:txBody>
      </p:sp>
      <p:cxnSp>
        <p:nvCxnSpPr>
          <p:cNvPr id="7" name="Straight Connector 6"/>
          <p:cNvCxnSpPr/>
          <p:nvPr/>
        </p:nvCxnSpPr>
        <p:spPr>
          <a:xfrm rot="5400000" flipV="1">
            <a:off x="10058400" y="59263"/>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29405397"/>
      </p:ext>
    </p:extLst>
  </p:cSld>
  <p:clrMapOvr>
    <a:masterClrMapping/>
  </p:clrMapOvr>
  <p:hf hdr="0" ftr="0" dt="0"/>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wo Content - Subtitle" userDrawn="1">
  <p:cSld name="Two Content - Subtitle">
    <p:spTree>
      <p:nvGrpSpPr>
        <p:cNvPr id="1" name="Shape 300"/>
        <p:cNvGrpSpPr/>
        <p:nvPr/>
      </p:nvGrpSpPr>
      <p:grpSpPr>
        <a:xfrm>
          <a:off x="0" y="0"/>
          <a:ext cx="0" cy="0"/>
          <a:chOff x="0" y="0"/>
          <a:chExt cx="0" cy="0"/>
        </a:xfrm>
      </p:grpSpPr>
      <p:sp>
        <p:nvSpPr>
          <p:cNvPr id="301" name="Google Shape;301;p92"/>
          <p:cNvSpPr txBox="1">
            <a:spLocks noGrp="1"/>
          </p:cNvSpPr>
          <p:nvPr>
            <p:ph type="body" idx="1"/>
          </p:nvPr>
        </p:nvSpPr>
        <p:spPr>
          <a:xfrm>
            <a:off x="442913" y="2103438"/>
            <a:ext cx="5473800" cy="40689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accent1"/>
              </a:buClr>
              <a:buSzPts val="1800"/>
              <a:buNone/>
              <a:defRPr/>
            </a:lvl1pPr>
            <a:lvl2pPr marL="914400" lvl="1" indent="-228600" algn="l">
              <a:lnSpc>
                <a:spcPct val="100000"/>
              </a:lnSpc>
              <a:spcBef>
                <a:spcPts val="1200"/>
              </a:spcBef>
              <a:spcAft>
                <a:spcPts val="0"/>
              </a:spcAft>
              <a:buClr>
                <a:schemeClr val="dk1"/>
              </a:buClr>
              <a:buSzPts val="1800"/>
              <a:buNone/>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30200" algn="l">
              <a:lnSpc>
                <a:spcPct val="100000"/>
              </a:lnSpc>
              <a:spcBef>
                <a:spcPts val="600"/>
              </a:spcBef>
              <a:spcAft>
                <a:spcPts val="0"/>
              </a:spcAft>
              <a:buClr>
                <a:schemeClr val="dk1"/>
              </a:buClr>
              <a:buSzPts val="1600"/>
              <a:buChar char="•"/>
              <a:defRPr/>
            </a:lvl5pPr>
            <a:lvl6pPr marL="2743200" lvl="5" indent="-342900" algn="l">
              <a:lnSpc>
                <a:spcPct val="100000"/>
              </a:lnSpc>
              <a:spcBef>
                <a:spcPts val="600"/>
              </a:spcBef>
              <a:spcAft>
                <a:spcPts val="0"/>
              </a:spcAft>
              <a:buClr>
                <a:schemeClr val="dk1"/>
              </a:buClr>
              <a:buSzPts val="1800"/>
              <a:buChar char="–"/>
              <a:defRPr/>
            </a:lvl6pPr>
            <a:lvl7pPr marL="3200400" lvl="6" indent="-342900" algn="l">
              <a:lnSpc>
                <a:spcPct val="100000"/>
              </a:lnSpc>
              <a:spcBef>
                <a:spcPts val="600"/>
              </a:spcBef>
              <a:spcAft>
                <a:spcPts val="0"/>
              </a:spcAft>
              <a:buClr>
                <a:schemeClr val="dk1"/>
              </a:buClr>
              <a:buSzPts val="1800"/>
              <a:buChar char="•"/>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600"/>
              </a:spcAft>
              <a:buClr>
                <a:schemeClr val="dk1"/>
              </a:buClr>
              <a:buSzPts val="1800"/>
              <a:buChar char="•"/>
              <a:defRPr/>
            </a:lvl9pPr>
          </a:lstStyle>
          <a:p>
            <a:endParaRPr/>
          </a:p>
        </p:txBody>
      </p:sp>
      <p:sp>
        <p:nvSpPr>
          <p:cNvPr id="302" name="Google Shape;302;p92"/>
          <p:cNvSpPr txBox="1">
            <a:spLocks noGrp="1"/>
          </p:cNvSpPr>
          <p:nvPr>
            <p:ph type="body" idx="2"/>
          </p:nvPr>
        </p:nvSpPr>
        <p:spPr>
          <a:xfrm>
            <a:off x="6275388" y="2103437"/>
            <a:ext cx="5473800" cy="40689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accent1"/>
              </a:buClr>
              <a:buSzPts val="1800"/>
              <a:buNone/>
              <a:defRPr/>
            </a:lvl1pPr>
            <a:lvl2pPr marL="914400" lvl="1" indent="-228600" algn="l">
              <a:lnSpc>
                <a:spcPct val="100000"/>
              </a:lnSpc>
              <a:spcBef>
                <a:spcPts val="1200"/>
              </a:spcBef>
              <a:spcAft>
                <a:spcPts val="0"/>
              </a:spcAft>
              <a:buClr>
                <a:schemeClr val="dk1"/>
              </a:buClr>
              <a:buSzPts val="1800"/>
              <a:buNone/>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30200" algn="l">
              <a:lnSpc>
                <a:spcPct val="100000"/>
              </a:lnSpc>
              <a:spcBef>
                <a:spcPts val="600"/>
              </a:spcBef>
              <a:spcAft>
                <a:spcPts val="0"/>
              </a:spcAft>
              <a:buClr>
                <a:schemeClr val="dk1"/>
              </a:buClr>
              <a:buSzPts val="1600"/>
              <a:buChar char="•"/>
              <a:defRPr/>
            </a:lvl5pPr>
            <a:lvl6pPr marL="2743200" lvl="5" indent="-342900" algn="l">
              <a:lnSpc>
                <a:spcPct val="100000"/>
              </a:lnSpc>
              <a:spcBef>
                <a:spcPts val="600"/>
              </a:spcBef>
              <a:spcAft>
                <a:spcPts val="0"/>
              </a:spcAft>
              <a:buClr>
                <a:schemeClr val="dk1"/>
              </a:buClr>
              <a:buSzPts val="1800"/>
              <a:buChar char="–"/>
              <a:defRPr/>
            </a:lvl6pPr>
            <a:lvl7pPr marL="3200400" lvl="6" indent="-342900" algn="l">
              <a:lnSpc>
                <a:spcPct val="100000"/>
              </a:lnSpc>
              <a:spcBef>
                <a:spcPts val="600"/>
              </a:spcBef>
              <a:spcAft>
                <a:spcPts val="0"/>
              </a:spcAft>
              <a:buClr>
                <a:schemeClr val="dk1"/>
              </a:buClr>
              <a:buSzPts val="1800"/>
              <a:buChar char="•"/>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600"/>
              </a:spcAft>
              <a:buClr>
                <a:schemeClr val="dk1"/>
              </a:buClr>
              <a:buSzPts val="1800"/>
              <a:buChar char="•"/>
              <a:defRPr/>
            </a:lvl9pPr>
          </a:lstStyle>
          <a:p>
            <a:endParaRPr/>
          </a:p>
        </p:txBody>
      </p:sp>
      <p:sp>
        <p:nvSpPr>
          <p:cNvPr id="303" name="Google Shape;303;p92"/>
          <p:cNvSpPr txBox="1">
            <a:spLocks noGrp="1"/>
          </p:cNvSpPr>
          <p:nvPr>
            <p:ph type="title"/>
          </p:nvPr>
        </p:nvSpPr>
        <p:spPr>
          <a:xfrm>
            <a:off x="442913" y="430514"/>
            <a:ext cx="11306100" cy="502800"/>
          </a:xfrm>
          <a:prstGeom prst="rect">
            <a:avLst/>
          </a:prstGeom>
          <a:noFill/>
          <a:ln>
            <a:noFill/>
          </a:ln>
        </p:spPr>
        <p:txBody>
          <a:bodyPr spcFirstLastPara="1" wrap="square" lIns="0" tIns="0" rIns="0" bIns="0" anchor="t" anchorCtr="0">
            <a:noAutofit/>
          </a:bodyPr>
          <a:lstStyle>
            <a:lvl1pPr lvl="0" algn="l">
              <a:lnSpc>
                <a:spcPct val="85000"/>
              </a:lnSpc>
              <a:spcBef>
                <a:spcPts val="0"/>
              </a:spcBef>
              <a:spcAft>
                <a:spcPts val="0"/>
              </a:spcAft>
              <a:buClr>
                <a:schemeClr val="dk1"/>
              </a:buClr>
              <a:buSzPts val="3200"/>
              <a:buFont typeface="Georgia"/>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4" name="Google Shape;304;p92"/>
          <p:cNvSpPr txBox="1">
            <a:spLocks noGrp="1"/>
          </p:cNvSpPr>
          <p:nvPr>
            <p:ph type="sldNum" idx="12"/>
          </p:nvPr>
        </p:nvSpPr>
        <p:spPr>
          <a:xfrm>
            <a:off x="9984296" y="6492240"/>
            <a:ext cx="1764900" cy="137100"/>
          </a:xfrm>
          <a:prstGeom prst="rect">
            <a:avLst/>
          </a:prstGeom>
          <a:noFill/>
          <a:ln>
            <a:noFill/>
          </a:ln>
        </p:spPr>
        <p:txBody>
          <a:bodyPr spcFirstLastPara="1" wrap="square" lIns="0" tIns="0" rIns="0" bIns="0" anchor="b" anchorCtr="0">
            <a:noAutofit/>
          </a:bodyPr>
          <a:lstStyle>
            <a:lvl1pPr marL="0" marR="0" lvl="0"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dirty="0"/>
          </a:p>
        </p:txBody>
      </p:sp>
      <p:sp>
        <p:nvSpPr>
          <p:cNvPr id="306" name="Google Shape;306;p92"/>
          <p:cNvSpPr txBox="1">
            <a:spLocks noGrp="1"/>
          </p:cNvSpPr>
          <p:nvPr>
            <p:ph type="dt" idx="10"/>
          </p:nvPr>
        </p:nvSpPr>
        <p:spPr>
          <a:xfrm>
            <a:off x="9984296" y="6355080"/>
            <a:ext cx="1764900" cy="137100"/>
          </a:xfrm>
          <a:prstGeom prst="rect">
            <a:avLst/>
          </a:prstGeom>
          <a:noFill/>
          <a:ln>
            <a:noFill/>
          </a:ln>
        </p:spPr>
        <p:txBody>
          <a:bodyPr spcFirstLastPara="1" wrap="square" lIns="0" tIns="0" rIns="0" bIns="0" anchor="b"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307" name="Google Shape;307;p92"/>
          <p:cNvSpPr txBox="1">
            <a:spLocks noGrp="1"/>
          </p:cNvSpPr>
          <p:nvPr>
            <p:ph type="ftr" idx="11"/>
          </p:nvPr>
        </p:nvSpPr>
        <p:spPr>
          <a:xfrm>
            <a:off x="442912" y="6355080"/>
            <a:ext cx="5473800" cy="137100"/>
          </a:xfrm>
          <a:prstGeom prst="rect">
            <a:avLst/>
          </a:prstGeom>
          <a:noFill/>
          <a:ln>
            <a:noFill/>
          </a:ln>
        </p:spPr>
        <p:txBody>
          <a:bodyPr spcFirstLastPara="1" wrap="square" lIns="0" tIns="0" rIns="0" bIns="0" anchor="b"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2" name="Google Shape;997;p6">
            <a:extLst>
              <a:ext uri="{FF2B5EF4-FFF2-40B4-BE49-F238E27FC236}">
                <a16:creationId xmlns:a16="http://schemas.microsoft.com/office/drawing/2014/main" id="{B78B8E1B-E85C-9C3E-6A2A-EDF5319A03B3}"/>
              </a:ext>
            </a:extLst>
          </p:cNvPr>
          <p:cNvSpPr txBox="1">
            <a:spLocks noGrp="1"/>
          </p:cNvSpPr>
          <p:nvPr userDrawn="1"/>
        </p:nvSpPr>
        <p:spPr>
          <a:xfrm>
            <a:off x="442913" y="430514"/>
            <a:ext cx="11306174" cy="576000"/>
          </a:xfrm>
          <a:prstGeom prst="rect">
            <a:avLst/>
          </a:prstGeom>
          <a:solidFill>
            <a:schemeClr val="tx1"/>
          </a:solidFill>
          <a:ln>
            <a:noFill/>
          </a:ln>
        </p:spPr>
        <p:txBody>
          <a:bodyPr spcFirstLastPara="1" vert="horz" wrap="square" lIns="72000" tIns="72000" rIns="72000" bIns="72000" rtlCol="0" anchor="t" anchorCtr="0">
            <a:noAutofit/>
          </a:bodyPr>
          <a:lstStyle>
            <a:lvl1pPr algn="l" defTabSz="914400" rtl="0" eaLnBrk="1" latinLnBrk="0" hangingPunct="1">
              <a:lnSpc>
                <a:spcPct val="85000"/>
              </a:lnSpc>
              <a:spcBef>
                <a:spcPct val="0"/>
              </a:spcBef>
              <a:buNone/>
              <a:defRPr sz="3200" kern="1200">
                <a:solidFill>
                  <a:schemeClr val="tx1"/>
                </a:solidFill>
                <a:latin typeface="+mj-lt"/>
                <a:ea typeface="+mj-ea"/>
                <a:cs typeface="+mj-cs"/>
              </a:defRPr>
            </a:lvl1pPr>
          </a:lstStyle>
          <a:p>
            <a:pPr marL="0" lvl="0" indent="0" algn="l" rtl="0">
              <a:lnSpc>
                <a:spcPct val="85000"/>
              </a:lnSpc>
              <a:spcBef>
                <a:spcPts val="0"/>
              </a:spcBef>
              <a:spcAft>
                <a:spcPts val="0"/>
              </a:spcAft>
              <a:buClr>
                <a:schemeClr val="lt1"/>
              </a:buClr>
              <a:buSzPts val="3200"/>
              <a:buNone/>
            </a:pPr>
            <a:endParaRPr lang="fr-FR" dirty="0">
              <a:solidFill>
                <a:schemeClr val="lt1"/>
              </a:solidFill>
            </a:endParaRPr>
          </a:p>
        </p:txBody>
      </p:sp>
      <p:sp>
        <p:nvSpPr>
          <p:cNvPr id="3" name="Google Shape;21;p49">
            <a:extLst>
              <a:ext uri="{FF2B5EF4-FFF2-40B4-BE49-F238E27FC236}">
                <a16:creationId xmlns:a16="http://schemas.microsoft.com/office/drawing/2014/main" id="{F7FBEF19-8DA0-8C7B-09C2-63E5F6984676}"/>
              </a:ext>
            </a:extLst>
          </p:cNvPr>
          <p:cNvSpPr/>
          <p:nvPr userDrawn="1"/>
        </p:nvSpPr>
        <p:spPr>
          <a:xfrm>
            <a:off x="1074344" y="1005322"/>
            <a:ext cx="10674668" cy="436560"/>
          </a:xfrm>
          <a:prstGeom prst="rect">
            <a:avLst/>
          </a:prstGeom>
          <a:solidFill>
            <a:srgbClr val="F2F2F2"/>
          </a:solidFill>
          <a:ln>
            <a:noFill/>
          </a:ln>
        </p:spPr>
        <p:txBody>
          <a:bodyPr spcFirstLastPara="1" wrap="square" lIns="91425" tIns="45700" rIns="91425" bIns="45700" anchor="ctr"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lang="fr-FR" sz="1800" b="0" i="0" u="none" strike="noStrike" kern="0" cap="none" spc="80" normalizeH="0" baseline="0" noProof="0" dirty="0">
              <a:ln>
                <a:noFill/>
              </a:ln>
              <a:solidFill>
                <a:srgbClr val="000000"/>
              </a:solidFill>
              <a:effectLst/>
              <a:uLnTx/>
              <a:uFillTx/>
              <a:latin typeface="Arial"/>
              <a:ea typeface="Calibri Light"/>
              <a:cs typeface="Calibri Light"/>
              <a:sym typeface="Arial"/>
            </a:endParaRPr>
          </a:p>
        </p:txBody>
      </p:sp>
    </p:spTree>
    <p:extLst>
      <p:ext uri="{BB962C8B-B14F-4D97-AF65-F5344CB8AC3E}">
        <p14:creationId xmlns:p14="http://schemas.microsoft.com/office/powerpoint/2010/main" val="5863194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matchingName="Thank You Dark">
  <p:cSld name="Thank You Dark">
    <p:bg>
      <p:bgPr>
        <a:solidFill>
          <a:srgbClr val="464646"/>
        </a:solidFill>
        <a:effectLst/>
      </p:bgPr>
    </p:bg>
    <p:spTree>
      <p:nvGrpSpPr>
        <p:cNvPr id="1" name="Shape 171"/>
        <p:cNvGrpSpPr/>
        <p:nvPr/>
      </p:nvGrpSpPr>
      <p:grpSpPr>
        <a:xfrm>
          <a:off x="0" y="0"/>
          <a:ext cx="0" cy="0"/>
          <a:chOff x="0" y="0"/>
          <a:chExt cx="0" cy="0"/>
        </a:xfrm>
      </p:grpSpPr>
      <p:sp>
        <p:nvSpPr>
          <p:cNvPr id="173" name="Google Shape;173;p72"/>
          <p:cNvSpPr txBox="1">
            <a:spLocks noGrp="1"/>
          </p:cNvSpPr>
          <p:nvPr>
            <p:ph type="ctrTitle"/>
          </p:nvPr>
        </p:nvSpPr>
        <p:spPr>
          <a:xfrm>
            <a:off x="442914" y="428625"/>
            <a:ext cx="5473800" cy="2428800"/>
          </a:xfrm>
          <a:prstGeom prst="rect">
            <a:avLst/>
          </a:prstGeom>
          <a:noFill/>
          <a:ln>
            <a:noFill/>
          </a:ln>
        </p:spPr>
        <p:txBody>
          <a:bodyPr spcFirstLastPara="1" wrap="square" lIns="0" tIns="0" rIns="0" bIns="0" anchor="b" anchorCtr="0">
            <a:noAutofit/>
          </a:bodyPr>
          <a:lstStyle>
            <a:lvl1pPr lvl="0" algn="l">
              <a:lnSpc>
                <a:spcPct val="85000"/>
              </a:lnSpc>
              <a:spcBef>
                <a:spcPts val="0"/>
              </a:spcBef>
              <a:spcAft>
                <a:spcPts val="0"/>
              </a:spcAft>
              <a:buClr>
                <a:schemeClr val="lt1"/>
              </a:buClr>
              <a:buSzPts val="5800"/>
              <a:buFont typeface="Georgia"/>
              <a:buNone/>
              <a:defRPr sz="58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5" name="Google Shape;175;p72"/>
          <p:cNvSpPr txBox="1">
            <a:spLocks noGrp="1"/>
          </p:cNvSpPr>
          <p:nvPr>
            <p:ph type="body" idx="1"/>
          </p:nvPr>
        </p:nvSpPr>
        <p:spPr>
          <a:xfrm>
            <a:off x="442912" y="5259600"/>
            <a:ext cx="11306100" cy="14517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lt1"/>
              </a:buClr>
              <a:buSzPts val="1200"/>
              <a:buFont typeface="Arial"/>
              <a:buNone/>
              <a:defRPr sz="1200" b="0">
                <a:solidFill>
                  <a:schemeClr val="lt1"/>
                </a:solidFill>
              </a:defRPr>
            </a:lvl1pPr>
            <a:lvl2pPr marL="914400" lvl="1" indent="-228600" algn="l">
              <a:lnSpc>
                <a:spcPct val="100000"/>
              </a:lnSpc>
              <a:spcBef>
                <a:spcPts val="0"/>
              </a:spcBef>
              <a:spcAft>
                <a:spcPts val="0"/>
              </a:spcAft>
              <a:buClr>
                <a:schemeClr val="lt1"/>
              </a:buClr>
              <a:buSzPts val="1200"/>
              <a:buFont typeface="Arial"/>
              <a:buNone/>
              <a:defRPr sz="1200" b="0">
                <a:solidFill>
                  <a:schemeClr val="lt1"/>
                </a:solidFill>
              </a:defRPr>
            </a:lvl2pPr>
            <a:lvl3pPr marL="1371600" lvl="2" indent="-228600" algn="l">
              <a:lnSpc>
                <a:spcPct val="100000"/>
              </a:lnSpc>
              <a:spcBef>
                <a:spcPts val="0"/>
              </a:spcBef>
              <a:spcAft>
                <a:spcPts val="0"/>
              </a:spcAft>
              <a:buClr>
                <a:schemeClr val="lt1"/>
              </a:buClr>
              <a:buSzPts val="1200"/>
              <a:buFont typeface="Arial"/>
              <a:buNone/>
              <a:defRPr sz="1200" b="0">
                <a:solidFill>
                  <a:schemeClr val="lt1"/>
                </a:solidFill>
              </a:defRPr>
            </a:lvl3pPr>
            <a:lvl4pPr marL="1828800" lvl="3" indent="-228600" algn="l">
              <a:lnSpc>
                <a:spcPct val="100000"/>
              </a:lnSpc>
              <a:spcBef>
                <a:spcPts val="0"/>
              </a:spcBef>
              <a:spcAft>
                <a:spcPts val="0"/>
              </a:spcAft>
              <a:buClr>
                <a:schemeClr val="lt1"/>
              </a:buClr>
              <a:buSzPts val="1200"/>
              <a:buFont typeface="Arial"/>
              <a:buNone/>
              <a:defRPr sz="1200" b="0">
                <a:solidFill>
                  <a:schemeClr val="lt1"/>
                </a:solidFill>
              </a:defRPr>
            </a:lvl4pPr>
            <a:lvl5pPr marL="2286000" lvl="4" indent="-228600" algn="l">
              <a:lnSpc>
                <a:spcPct val="100000"/>
              </a:lnSpc>
              <a:spcBef>
                <a:spcPts val="0"/>
              </a:spcBef>
              <a:spcAft>
                <a:spcPts val="0"/>
              </a:spcAft>
              <a:buClr>
                <a:schemeClr val="lt1"/>
              </a:buClr>
              <a:buSzPts val="1200"/>
              <a:buFont typeface="Arial"/>
              <a:buNone/>
              <a:defRPr sz="1200" b="0">
                <a:solidFill>
                  <a:schemeClr val="lt1"/>
                </a:solidFill>
              </a:defRPr>
            </a:lvl5pPr>
            <a:lvl6pPr marL="2743200" lvl="5" indent="-228600" algn="l">
              <a:lnSpc>
                <a:spcPct val="100000"/>
              </a:lnSpc>
              <a:spcBef>
                <a:spcPts val="0"/>
              </a:spcBef>
              <a:spcAft>
                <a:spcPts val="0"/>
              </a:spcAft>
              <a:buClr>
                <a:schemeClr val="lt1"/>
              </a:buClr>
              <a:buSzPts val="1200"/>
              <a:buFont typeface="Arial"/>
              <a:buNone/>
              <a:defRPr sz="1200">
                <a:solidFill>
                  <a:schemeClr val="lt1"/>
                </a:solidFill>
              </a:defRPr>
            </a:lvl6pPr>
            <a:lvl7pPr marL="3200400" lvl="6" indent="-228600" algn="l">
              <a:lnSpc>
                <a:spcPct val="100000"/>
              </a:lnSpc>
              <a:spcBef>
                <a:spcPts val="0"/>
              </a:spcBef>
              <a:spcAft>
                <a:spcPts val="0"/>
              </a:spcAft>
              <a:buClr>
                <a:schemeClr val="lt1"/>
              </a:buClr>
              <a:buSzPts val="1200"/>
              <a:buFont typeface="Arial"/>
              <a:buNone/>
              <a:defRPr sz="1200">
                <a:solidFill>
                  <a:schemeClr val="lt1"/>
                </a:solidFill>
              </a:defRPr>
            </a:lvl7pPr>
            <a:lvl8pPr marL="3657600" lvl="7" indent="-228600" algn="l">
              <a:lnSpc>
                <a:spcPct val="100000"/>
              </a:lnSpc>
              <a:spcBef>
                <a:spcPts val="0"/>
              </a:spcBef>
              <a:spcAft>
                <a:spcPts val="0"/>
              </a:spcAft>
              <a:buClr>
                <a:schemeClr val="lt1"/>
              </a:buClr>
              <a:buSzPts val="1200"/>
              <a:buFont typeface="Arial"/>
              <a:buNone/>
              <a:defRPr sz="1200">
                <a:solidFill>
                  <a:schemeClr val="lt1"/>
                </a:solidFill>
              </a:defRPr>
            </a:lvl8pPr>
            <a:lvl9pPr marL="4114800" lvl="8" indent="-228600" algn="l">
              <a:lnSpc>
                <a:spcPct val="100000"/>
              </a:lnSpc>
              <a:spcBef>
                <a:spcPts val="0"/>
              </a:spcBef>
              <a:spcAft>
                <a:spcPts val="0"/>
              </a:spcAft>
              <a:buClr>
                <a:schemeClr val="lt1"/>
              </a:buClr>
              <a:buSzPts val="1200"/>
              <a:buFont typeface="Arial"/>
              <a:buNone/>
              <a:defRPr sz="1200">
                <a:solidFill>
                  <a:schemeClr val="lt1"/>
                </a:solidFill>
              </a:defRPr>
            </a:lvl9pPr>
          </a:lstStyle>
          <a:p>
            <a:endParaRPr/>
          </a:p>
        </p:txBody>
      </p:sp>
    </p:spTree>
    <p:extLst>
      <p:ext uri="{BB962C8B-B14F-4D97-AF65-F5344CB8AC3E}">
        <p14:creationId xmlns:p14="http://schemas.microsoft.com/office/powerpoint/2010/main" val="384263338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and Content" userDrawn="1">
  <p:cSld name="1_Title and Content">
    <p:spTree>
      <p:nvGrpSpPr>
        <p:cNvPr id="1" name="Shape 36"/>
        <p:cNvGrpSpPr/>
        <p:nvPr/>
      </p:nvGrpSpPr>
      <p:grpSpPr>
        <a:xfrm>
          <a:off x="0" y="0"/>
          <a:ext cx="0" cy="0"/>
          <a:chOff x="0" y="0"/>
          <a:chExt cx="0" cy="0"/>
        </a:xfrm>
      </p:grpSpPr>
      <p:sp>
        <p:nvSpPr>
          <p:cNvPr id="38" name="Google Shape;38;p54"/>
          <p:cNvSpPr txBox="1">
            <a:spLocks noGrp="1"/>
          </p:cNvSpPr>
          <p:nvPr>
            <p:ph type="body" idx="1"/>
          </p:nvPr>
        </p:nvSpPr>
        <p:spPr>
          <a:xfrm>
            <a:off x="442913" y="2103120"/>
            <a:ext cx="7418400" cy="40737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accent1"/>
              </a:buClr>
              <a:buSzPts val="1800"/>
              <a:buNone/>
              <a:defRPr/>
            </a:lvl1pPr>
            <a:lvl2pPr marL="914400" lvl="1" indent="-228600" algn="l">
              <a:lnSpc>
                <a:spcPct val="100000"/>
              </a:lnSpc>
              <a:spcBef>
                <a:spcPts val="1200"/>
              </a:spcBef>
              <a:spcAft>
                <a:spcPts val="0"/>
              </a:spcAft>
              <a:buClr>
                <a:schemeClr val="dk1"/>
              </a:buClr>
              <a:buSzPts val="1800"/>
              <a:buNone/>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42900" algn="l">
              <a:lnSpc>
                <a:spcPct val="100000"/>
              </a:lnSpc>
              <a:spcBef>
                <a:spcPts val="600"/>
              </a:spcBef>
              <a:spcAft>
                <a:spcPts val="0"/>
              </a:spcAft>
              <a:buClr>
                <a:schemeClr val="dk1"/>
              </a:buClr>
              <a:buSzPts val="1800"/>
              <a:buChar char="•"/>
              <a:defRPr/>
            </a:lvl5pPr>
            <a:lvl6pPr marL="2743200" lvl="5" indent="-342900" algn="l">
              <a:lnSpc>
                <a:spcPct val="100000"/>
              </a:lnSpc>
              <a:spcBef>
                <a:spcPts val="600"/>
              </a:spcBef>
              <a:spcAft>
                <a:spcPts val="0"/>
              </a:spcAft>
              <a:buClr>
                <a:schemeClr val="dk1"/>
              </a:buClr>
              <a:buSzPts val="1800"/>
              <a:buChar char="–"/>
              <a:defRPr/>
            </a:lvl6pPr>
            <a:lvl7pPr marL="3200400" lvl="6" indent="-342900" algn="l">
              <a:lnSpc>
                <a:spcPct val="100000"/>
              </a:lnSpc>
              <a:spcBef>
                <a:spcPts val="600"/>
              </a:spcBef>
              <a:spcAft>
                <a:spcPts val="0"/>
              </a:spcAft>
              <a:buClr>
                <a:schemeClr val="dk1"/>
              </a:buClr>
              <a:buSzPts val="1800"/>
              <a:buChar char="•"/>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600"/>
              </a:spcAft>
              <a:buClr>
                <a:schemeClr val="dk1"/>
              </a:buClr>
              <a:buSzPts val="1800"/>
              <a:buChar char="•"/>
              <a:defRPr/>
            </a:lvl9pPr>
          </a:lstStyle>
          <a:p>
            <a:endParaRPr/>
          </a:p>
        </p:txBody>
      </p:sp>
      <p:sp>
        <p:nvSpPr>
          <p:cNvPr id="39" name="Google Shape;39;p54"/>
          <p:cNvSpPr txBox="1">
            <a:spLocks noGrp="1"/>
          </p:cNvSpPr>
          <p:nvPr>
            <p:ph type="sldNum" idx="12"/>
          </p:nvPr>
        </p:nvSpPr>
        <p:spPr>
          <a:xfrm>
            <a:off x="9984296" y="6492240"/>
            <a:ext cx="1764900" cy="137100"/>
          </a:xfrm>
          <a:prstGeom prst="rect">
            <a:avLst/>
          </a:prstGeom>
          <a:noFill/>
          <a:ln>
            <a:noFill/>
          </a:ln>
        </p:spPr>
        <p:txBody>
          <a:bodyPr spcFirstLastPara="1" wrap="square" lIns="0" tIns="0" rIns="0" bIns="0" anchor="b" anchorCtr="0">
            <a:noAutofit/>
          </a:bodyPr>
          <a:lstStyle>
            <a:lvl1pPr marL="0" marR="0" lvl="0"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dirty="0"/>
          </a:p>
        </p:txBody>
      </p:sp>
      <p:sp>
        <p:nvSpPr>
          <p:cNvPr id="40" name="Google Shape;40;p54"/>
          <p:cNvSpPr txBox="1">
            <a:spLocks noGrp="1"/>
          </p:cNvSpPr>
          <p:nvPr>
            <p:ph type="dt" idx="10"/>
          </p:nvPr>
        </p:nvSpPr>
        <p:spPr>
          <a:xfrm>
            <a:off x="9984296" y="6355080"/>
            <a:ext cx="1764900" cy="137100"/>
          </a:xfrm>
          <a:prstGeom prst="rect">
            <a:avLst/>
          </a:prstGeom>
          <a:noFill/>
          <a:ln>
            <a:noFill/>
          </a:ln>
        </p:spPr>
        <p:txBody>
          <a:bodyPr spcFirstLastPara="1" wrap="square" lIns="0" tIns="0" rIns="0" bIns="0" anchor="b"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41" name="Google Shape;41;p54"/>
          <p:cNvSpPr txBox="1">
            <a:spLocks noGrp="1"/>
          </p:cNvSpPr>
          <p:nvPr>
            <p:ph type="ftr" idx="11"/>
          </p:nvPr>
        </p:nvSpPr>
        <p:spPr>
          <a:xfrm>
            <a:off x="442912" y="6355080"/>
            <a:ext cx="5473800" cy="137100"/>
          </a:xfrm>
          <a:prstGeom prst="rect">
            <a:avLst/>
          </a:prstGeom>
          <a:noFill/>
          <a:ln>
            <a:noFill/>
          </a:ln>
        </p:spPr>
        <p:txBody>
          <a:bodyPr spcFirstLastPara="1" wrap="square" lIns="0" tIns="0" rIns="0" bIns="0" anchor="b"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2" name="Google Shape;997;p6">
            <a:extLst>
              <a:ext uri="{FF2B5EF4-FFF2-40B4-BE49-F238E27FC236}">
                <a16:creationId xmlns:a16="http://schemas.microsoft.com/office/drawing/2014/main" id="{262AD651-B615-D6C9-45EE-5BAA3BE3C474}"/>
              </a:ext>
            </a:extLst>
          </p:cNvPr>
          <p:cNvSpPr txBox="1">
            <a:spLocks noGrp="1"/>
          </p:cNvSpPr>
          <p:nvPr userDrawn="1"/>
        </p:nvSpPr>
        <p:spPr>
          <a:xfrm>
            <a:off x="442913" y="430514"/>
            <a:ext cx="11306174" cy="576000"/>
          </a:xfrm>
          <a:prstGeom prst="rect">
            <a:avLst/>
          </a:prstGeom>
          <a:solidFill>
            <a:schemeClr val="tx1"/>
          </a:solidFill>
          <a:ln>
            <a:noFill/>
          </a:ln>
        </p:spPr>
        <p:txBody>
          <a:bodyPr spcFirstLastPara="1" vert="horz" wrap="square" lIns="72000" tIns="72000" rIns="72000" bIns="72000" rtlCol="0" anchor="t" anchorCtr="0">
            <a:noAutofit/>
          </a:bodyPr>
          <a:lstStyle>
            <a:lvl1pPr algn="l" defTabSz="914400" rtl="0" eaLnBrk="1" latinLnBrk="0" hangingPunct="1">
              <a:lnSpc>
                <a:spcPct val="85000"/>
              </a:lnSpc>
              <a:spcBef>
                <a:spcPct val="0"/>
              </a:spcBef>
              <a:buNone/>
              <a:defRPr sz="3200" kern="1200">
                <a:solidFill>
                  <a:schemeClr val="tx1"/>
                </a:solidFill>
                <a:latin typeface="+mj-lt"/>
                <a:ea typeface="+mj-ea"/>
                <a:cs typeface="+mj-cs"/>
              </a:defRPr>
            </a:lvl1pPr>
          </a:lstStyle>
          <a:p>
            <a:pPr marL="0" lvl="0" indent="0" algn="l" rtl="0">
              <a:lnSpc>
                <a:spcPct val="85000"/>
              </a:lnSpc>
              <a:spcBef>
                <a:spcPts val="0"/>
              </a:spcBef>
              <a:spcAft>
                <a:spcPts val="0"/>
              </a:spcAft>
              <a:buClr>
                <a:schemeClr val="lt1"/>
              </a:buClr>
              <a:buSzPts val="3200"/>
              <a:buNone/>
            </a:pPr>
            <a:endParaRPr lang="fr-FR" dirty="0">
              <a:solidFill>
                <a:schemeClr val="lt1"/>
              </a:solidFill>
            </a:endParaRPr>
          </a:p>
        </p:txBody>
      </p:sp>
      <p:sp>
        <p:nvSpPr>
          <p:cNvPr id="3" name="Google Shape;21;p49">
            <a:extLst>
              <a:ext uri="{FF2B5EF4-FFF2-40B4-BE49-F238E27FC236}">
                <a16:creationId xmlns:a16="http://schemas.microsoft.com/office/drawing/2014/main" id="{46AFDE16-5FF9-DFBD-3373-6B8E652C47FF}"/>
              </a:ext>
            </a:extLst>
          </p:cNvPr>
          <p:cNvSpPr/>
          <p:nvPr userDrawn="1"/>
        </p:nvSpPr>
        <p:spPr>
          <a:xfrm>
            <a:off x="1074344" y="1005322"/>
            <a:ext cx="10674668" cy="436560"/>
          </a:xfrm>
          <a:prstGeom prst="rect">
            <a:avLst/>
          </a:prstGeom>
          <a:solidFill>
            <a:srgbClr val="F2F2F2"/>
          </a:solidFill>
          <a:ln>
            <a:noFill/>
          </a:ln>
        </p:spPr>
        <p:txBody>
          <a:bodyPr spcFirstLastPara="1" wrap="square" lIns="91425" tIns="45700" rIns="91425" bIns="45700" anchor="ctr"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lang="fr-FR" sz="1800" b="0" i="0" u="none" strike="noStrike" kern="0" cap="none" spc="80" normalizeH="0" baseline="0" noProof="0" dirty="0">
              <a:ln>
                <a:noFill/>
              </a:ln>
              <a:solidFill>
                <a:srgbClr val="000000"/>
              </a:solidFill>
              <a:effectLst/>
              <a:uLnTx/>
              <a:uFillTx/>
              <a:latin typeface="Arial"/>
              <a:ea typeface="Calibri Light"/>
              <a:cs typeface="Calibri Light"/>
              <a:sym typeface="Arial"/>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One Column Content" userDrawn="1">
  <p:cSld name="One Column Content">
    <p:spTree>
      <p:nvGrpSpPr>
        <p:cNvPr id="1" name="Shape 49"/>
        <p:cNvGrpSpPr/>
        <p:nvPr/>
      </p:nvGrpSpPr>
      <p:grpSpPr>
        <a:xfrm>
          <a:off x="0" y="0"/>
          <a:ext cx="0" cy="0"/>
          <a:chOff x="0" y="0"/>
          <a:chExt cx="0" cy="0"/>
        </a:xfrm>
      </p:grpSpPr>
      <p:sp>
        <p:nvSpPr>
          <p:cNvPr id="50" name="Google Shape;50;p56"/>
          <p:cNvSpPr txBox="1">
            <a:spLocks noGrp="1"/>
          </p:cNvSpPr>
          <p:nvPr>
            <p:ph type="body" idx="1"/>
          </p:nvPr>
        </p:nvSpPr>
        <p:spPr>
          <a:xfrm>
            <a:off x="442914" y="2103438"/>
            <a:ext cx="3528900" cy="40689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accent1"/>
              </a:buClr>
              <a:buSzPts val="1800"/>
              <a:buNone/>
              <a:defRPr/>
            </a:lvl1pPr>
            <a:lvl2pPr marL="914400" lvl="1" indent="-228600" algn="l">
              <a:lnSpc>
                <a:spcPct val="100000"/>
              </a:lnSpc>
              <a:spcBef>
                <a:spcPts val="1200"/>
              </a:spcBef>
              <a:spcAft>
                <a:spcPts val="0"/>
              </a:spcAft>
              <a:buClr>
                <a:schemeClr val="dk1"/>
              </a:buClr>
              <a:buSzPts val="1800"/>
              <a:buNone/>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42900" algn="l">
              <a:lnSpc>
                <a:spcPct val="100000"/>
              </a:lnSpc>
              <a:spcBef>
                <a:spcPts val="600"/>
              </a:spcBef>
              <a:spcAft>
                <a:spcPts val="0"/>
              </a:spcAft>
              <a:buClr>
                <a:schemeClr val="dk1"/>
              </a:buClr>
              <a:buSzPts val="1800"/>
              <a:buChar char="•"/>
              <a:defRPr/>
            </a:lvl5pPr>
            <a:lvl6pPr marL="2743200" lvl="5" indent="-342900" algn="l">
              <a:lnSpc>
                <a:spcPct val="100000"/>
              </a:lnSpc>
              <a:spcBef>
                <a:spcPts val="600"/>
              </a:spcBef>
              <a:spcAft>
                <a:spcPts val="0"/>
              </a:spcAft>
              <a:buClr>
                <a:schemeClr val="dk1"/>
              </a:buClr>
              <a:buSzPts val="1800"/>
              <a:buChar char="–"/>
              <a:defRPr/>
            </a:lvl6pPr>
            <a:lvl7pPr marL="3200400" lvl="6" indent="-342900" algn="l">
              <a:lnSpc>
                <a:spcPct val="100000"/>
              </a:lnSpc>
              <a:spcBef>
                <a:spcPts val="600"/>
              </a:spcBef>
              <a:spcAft>
                <a:spcPts val="0"/>
              </a:spcAft>
              <a:buClr>
                <a:schemeClr val="dk1"/>
              </a:buClr>
              <a:buSzPts val="1800"/>
              <a:buChar char="•"/>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600"/>
              </a:spcAft>
              <a:buClr>
                <a:schemeClr val="dk1"/>
              </a:buClr>
              <a:buSzPts val="1800"/>
              <a:buChar char="•"/>
              <a:defRPr/>
            </a:lvl9pPr>
          </a:lstStyle>
          <a:p>
            <a:endParaRPr/>
          </a:p>
        </p:txBody>
      </p:sp>
      <p:sp>
        <p:nvSpPr>
          <p:cNvPr id="52" name="Google Shape;52;p56"/>
          <p:cNvSpPr txBox="1">
            <a:spLocks noGrp="1"/>
          </p:cNvSpPr>
          <p:nvPr>
            <p:ph type="sldNum" idx="12"/>
          </p:nvPr>
        </p:nvSpPr>
        <p:spPr>
          <a:xfrm>
            <a:off x="9984296" y="6492240"/>
            <a:ext cx="1764900" cy="137100"/>
          </a:xfrm>
          <a:prstGeom prst="rect">
            <a:avLst/>
          </a:prstGeom>
          <a:noFill/>
          <a:ln>
            <a:noFill/>
          </a:ln>
        </p:spPr>
        <p:txBody>
          <a:bodyPr spcFirstLastPara="1" wrap="square" lIns="0" tIns="0" rIns="0" bIns="0" anchor="b" anchorCtr="0">
            <a:noAutofit/>
          </a:bodyPr>
          <a:lstStyle>
            <a:lvl1pPr marL="0" marR="0" lvl="0"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dirty="0"/>
          </a:p>
        </p:txBody>
      </p:sp>
      <p:sp>
        <p:nvSpPr>
          <p:cNvPr id="53" name="Google Shape;53;p56"/>
          <p:cNvSpPr txBox="1">
            <a:spLocks noGrp="1"/>
          </p:cNvSpPr>
          <p:nvPr>
            <p:ph type="dt" idx="10"/>
          </p:nvPr>
        </p:nvSpPr>
        <p:spPr>
          <a:xfrm>
            <a:off x="9984296" y="6355080"/>
            <a:ext cx="1764900" cy="137100"/>
          </a:xfrm>
          <a:prstGeom prst="rect">
            <a:avLst/>
          </a:prstGeom>
          <a:noFill/>
          <a:ln>
            <a:noFill/>
          </a:ln>
        </p:spPr>
        <p:txBody>
          <a:bodyPr spcFirstLastPara="1" wrap="square" lIns="0" tIns="0" rIns="0" bIns="0" anchor="b"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54" name="Google Shape;54;p56"/>
          <p:cNvSpPr txBox="1">
            <a:spLocks noGrp="1"/>
          </p:cNvSpPr>
          <p:nvPr>
            <p:ph type="ftr" idx="11"/>
          </p:nvPr>
        </p:nvSpPr>
        <p:spPr>
          <a:xfrm>
            <a:off x="442912" y="6355080"/>
            <a:ext cx="5473800" cy="137100"/>
          </a:xfrm>
          <a:prstGeom prst="rect">
            <a:avLst/>
          </a:prstGeom>
          <a:noFill/>
          <a:ln>
            <a:noFill/>
          </a:ln>
        </p:spPr>
        <p:txBody>
          <a:bodyPr spcFirstLastPara="1" wrap="square" lIns="0" tIns="0" rIns="0" bIns="0" anchor="b"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2" name="Google Shape;997;p6">
            <a:extLst>
              <a:ext uri="{FF2B5EF4-FFF2-40B4-BE49-F238E27FC236}">
                <a16:creationId xmlns:a16="http://schemas.microsoft.com/office/drawing/2014/main" id="{171B7F10-DE7B-2E98-658D-564B587ABD5D}"/>
              </a:ext>
            </a:extLst>
          </p:cNvPr>
          <p:cNvSpPr txBox="1">
            <a:spLocks noGrp="1"/>
          </p:cNvSpPr>
          <p:nvPr userDrawn="1"/>
        </p:nvSpPr>
        <p:spPr>
          <a:xfrm>
            <a:off x="442913" y="430514"/>
            <a:ext cx="11306174" cy="576000"/>
          </a:xfrm>
          <a:prstGeom prst="rect">
            <a:avLst/>
          </a:prstGeom>
          <a:solidFill>
            <a:schemeClr val="tx1"/>
          </a:solidFill>
          <a:ln>
            <a:noFill/>
          </a:ln>
        </p:spPr>
        <p:txBody>
          <a:bodyPr spcFirstLastPara="1" vert="horz" wrap="square" lIns="72000" tIns="72000" rIns="72000" bIns="72000" rtlCol="0" anchor="t" anchorCtr="0">
            <a:noAutofit/>
          </a:bodyPr>
          <a:lstStyle>
            <a:lvl1pPr algn="l" defTabSz="914400" rtl="0" eaLnBrk="1" latinLnBrk="0" hangingPunct="1">
              <a:lnSpc>
                <a:spcPct val="85000"/>
              </a:lnSpc>
              <a:spcBef>
                <a:spcPct val="0"/>
              </a:spcBef>
              <a:buNone/>
              <a:defRPr sz="3200" kern="1200">
                <a:solidFill>
                  <a:schemeClr val="tx1"/>
                </a:solidFill>
                <a:latin typeface="+mj-lt"/>
                <a:ea typeface="+mj-ea"/>
                <a:cs typeface="+mj-cs"/>
              </a:defRPr>
            </a:lvl1pPr>
          </a:lstStyle>
          <a:p>
            <a:pPr marL="0" lvl="0" indent="0" algn="l" rtl="0">
              <a:lnSpc>
                <a:spcPct val="85000"/>
              </a:lnSpc>
              <a:spcBef>
                <a:spcPts val="0"/>
              </a:spcBef>
              <a:spcAft>
                <a:spcPts val="0"/>
              </a:spcAft>
              <a:buClr>
                <a:schemeClr val="lt1"/>
              </a:buClr>
              <a:buSzPts val="3200"/>
              <a:buNone/>
            </a:pPr>
            <a:endParaRPr lang="fr-FR" dirty="0">
              <a:solidFill>
                <a:schemeClr val="lt1"/>
              </a:solidFill>
            </a:endParaRPr>
          </a:p>
        </p:txBody>
      </p:sp>
      <p:sp>
        <p:nvSpPr>
          <p:cNvPr id="3" name="Google Shape;21;p49">
            <a:extLst>
              <a:ext uri="{FF2B5EF4-FFF2-40B4-BE49-F238E27FC236}">
                <a16:creationId xmlns:a16="http://schemas.microsoft.com/office/drawing/2014/main" id="{A7C6D3C7-3FE5-0FCF-F873-3582A01CA27C}"/>
              </a:ext>
            </a:extLst>
          </p:cNvPr>
          <p:cNvSpPr/>
          <p:nvPr userDrawn="1"/>
        </p:nvSpPr>
        <p:spPr>
          <a:xfrm>
            <a:off x="1074344" y="1005322"/>
            <a:ext cx="10674668" cy="436560"/>
          </a:xfrm>
          <a:prstGeom prst="rect">
            <a:avLst/>
          </a:prstGeom>
          <a:solidFill>
            <a:srgbClr val="F2F2F2"/>
          </a:solidFill>
          <a:ln>
            <a:noFill/>
          </a:ln>
        </p:spPr>
        <p:txBody>
          <a:bodyPr spcFirstLastPara="1" wrap="square" lIns="91425" tIns="45700" rIns="91425" bIns="45700" anchor="ctr"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lang="fr-FR" sz="1800" b="0" i="0" u="none" strike="noStrike" kern="0" cap="none" spc="80" normalizeH="0" baseline="0" noProof="0" dirty="0">
              <a:ln>
                <a:noFill/>
              </a:ln>
              <a:solidFill>
                <a:srgbClr val="000000"/>
              </a:solidFill>
              <a:effectLst/>
              <a:uLnTx/>
              <a:uFillTx/>
              <a:latin typeface="Arial"/>
              <a:ea typeface="Calibri Light"/>
              <a:cs typeface="Calibri Light"/>
              <a:sym typeface="Arial"/>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hree Content" userDrawn="1">
  <p:cSld name="Three Content">
    <p:spTree>
      <p:nvGrpSpPr>
        <p:cNvPr id="1" name="Shape 55"/>
        <p:cNvGrpSpPr/>
        <p:nvPr/>
      </p:nvGrpSpPr>
      <p:grpSpPr>
        <a:xfrm>
          <a:off x="0" y="0"/>
          <a:ext cx="0" cy="0"/>
          <a:chOff x="0" y="0"/>
          <a:chExt cx="0" cy="0"/>
        </a:xfrm>
      </p:grpSpPr>
      <p:sp>
        <p:nvSpPr>
          <p:cNvPr id="56" name="Google Shape;56;p57"/>
          <p:cNvSpPr txBox="1">
            <a:spLocks noGrp="1"/>
          </p:cNvSpPr>
          <p:nvPr>
            <p:ph type="body" idx="1"/>
          </p:nvPr>
        </p:nvSpPr>
        <p:spPr>
          <a:xfrm>
            <a:off x="442913" y="2103438"/>
            <a:ext cx="3528900" cy="40689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accent1"/>
              </a:buClr>
              <a:buSzPts val="1800"/>
              <a:buNone/>
              <a:defRPr/>
            </a:lvl1pPr>
            <a:lvl2pPr marL="914400" lvl="1" indent="-228600" algn="l">
              <a:lnSpc>
                <a:spcPct val="100000"/>
              </a:lnSpc>
              <a:spcBef>
                <a:spcPts val="1200"/>
              </a:spcBef>
              <a:spcAft>
                <a:spcPts val="0"/>
              </a:spcAft>
              <a:buClr>
                <a:schemeClr val="dk1"/>
              </a:buClr>
              <a:buSzPts val="1800"/>
              <a:buNone/>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30200" algn="l">
              <a:lnSpc>
                <a:spcPct val="100000"/>
              </a:lnSpc>
              <a:spcBef>
                <a:spcPts val="600"/>
              </a:spcBef>
              <a:spcAft>
                <a:spcPts val="0"/>
              </a:spcAft>
              <a:buClr>
                <a:schemeClr val="dk1"/>
              </a:buClr>
              <a:buSzPts val="1600"/>
              <a:buChar char="•"/>
              <a:defRPr/>
            </a:lvl5pPr>
            <a:lvl6pPr marL="2743200" lvl="5" indent="-342900" algn="l">
              <a:lnSpc>
                <a:spcPct val="100000"/>
              </a:lnSpc>
              <a:spcBef>
                <a:spcPts val="600"/>
              </a:spcBef>
              <a:spcAft>
                <a:spcPts val="0"/>
              </a:spcAft>
              <a:buClr>
                <a:schemeClr val="dk1"/>
              </a:buClr>
              <a:buSzPts val="1800"/>
              <a:buChar char="–"/>
              <a:defRPr/>
            </a:lvl6pPr>
            <a:lvl7pPr marL="3200400" lvl="6" indent="-342900" algn="l">
              <a:lnSpc>
                <a:spcPct val="100000"/>
              </a:lnSpc>
              <a:spcBef>
                <a:spcPts val="600"/>
              </a:spcBef>
              <a:spcAft>
                <a:spcPts val="0"/>
              </a:spcAft>
              <a:buClr>
                <a:schemeClr val="dk1"/>
              </a:buClr>
              <a:buSzPts val="1800"/>
              <a:buChar char="•"/>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600"/>
              </a:spcAft>
              <a:buClr>
                <a:schemeClr val="dk1"/>
              </a:buClr>
              <a:buSzPts val="1800"/>
              <a:buChar char="•"/>
              <a:defRPr/>
            </a:lvl9pPr>
          </a:lstStyle>
          <a:p>
            <a:endParaRPr/>
          </a:p>
        </p:txBody>
      </p:sp>
      <p:sp>
        <p:nvSpPr>
          <p:cNvPr id="57" name="Google Shape;57;p57"/>
          <p:cNvSpPr txBox="1">
            <a:spLocks noGrp="1"/>
          </p:cNvSpPr>
          <p:nvPr>
            <p:ph type="body" idx="2"/>
          </p:nvPr>
        </p:nvSpPr>
        <p:spPr>
          <a:xfrm>
            <a:off x="4332288" y="2103438"/>
            <a:ext cx="3528900" cy="40689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accent1"/>
              </a:buClr>
              <a:buSzPts val="1800"/>
              <a:buNone/>
              <a:defRPr/>
            </a:lvl1pPr>
            <a:lvl2pPr marL="914400" lvl="1" indent="-228600" algn="l">
              <a:lnSpc>
                <a:spcPct val="100000"/>
              </a:lnSpc>
              <a:spcBef>
                <a:spcPts val="1200"/>
              </a:spcBef>
              <a:spcAft>
                <a:spcPts val="0"/>
              </a:spcAft>
              <a:buClr>
                <a:schemeClr val="dk1"/>
              </a:buClr>
              <a:buSzPts val="1800"/>
              <a:buNone/>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30200" algn="l">
              <a:lnSpc>
                <a:spcPct val="100000"/>
              </a:lnSpc>
              <a:spcBef>
                <a:spcPts val="600"/>
              </a:spcBef>
              <a:spcAft>
                <a:spcPts val="0"/>
              </a:spcAft>
              <a:buClr>
                <a:schemeClr val="dk1"/>
              </a:buClr>
              <a:buSzPts val="1600"/>
              <a:buChar char="•"/>
              <a:defRPr/>
            </a:lvl5pPr>
            <a:lvl6pPr marL="2743200" lvl="5" indent="-342900" algn="l">
              <a:lnSpc>
                <a:spcPct val="100000"/>
              </a:lnSpc>
              <a:spcBef>
                <a:spcPts val="600"/>
              </a:spcBef>
              <a:spcAft>
                <a:spcPts val="0"/>
              </a:spcAft>
              <a:buClr>
                <a:schemeClr val="dk1"/>
              </a:buClr>
              <a:buSzPts val="1800"/>
              <a:buChar char="–"/>
              <a:defRPr/>
            </a:lvl6pPr>
            <a:lvl7pPr marL="3200400" lvl="6" indent="-342900" algn="l">
              <a:lnSpc>
                <a:spcPct val="100000"/>
              </a:lnSpc>
              <a:spcBef>
                <a:spcPts val="600"/>
              </a:spcBef>
              <a:spcAft>
                <a:spcPts val="0"/>
              </a:spcAft>
              <a:buClr>
                <a:schemeClr val="dk1"/>
              </a:buClr>
              <a:buSzPts val="1800"/>
              <a:buChar char="•"/>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600"/>
              </a:spcAft>
              <a:buClr>
                <a:schemeClr val="dk1"/>
              </a:buClr>
              <a:buSzPts val="1800"/>
              <a:buChar char="•"/>
              <a:defRPr/>
            </a:lvl9pPr>
          </a:lstStyle>
          <a:p>
            <a:endParaRPr/>
          </a:p>
        </p:txBody>
      </p:sp>
      <p:sp>
        <p:nvSpPr>
          <p:cNvPr id="58" name="Google Shape;58;p57"/>
          <p:cNvSpPr txBox="1">
            <a:spLocks noGrp="1"/>
          </p:cNvSpPr>
          <p:nvPr>
            <p:ph type="body" idx="3"/>
          </p:nvPr>
        </p:nvSpPr>
        <p:spPr>
          <a:xfrm>
            <a:off x="8220076" y="2103438"/>
            <a:ext cx="3528900" cy="40689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accent1"/>
              </a:buClr>
              <a:buSzPts val="1800"/>
              <a:buNone/>
              <a:defRPr/>
            </a:lvl1pPr>
            <a:lvl2pPr marL="914400" lvl="1" indent="-228600" algn="l">
              <a:lnSpc>
                <a:spcPct val="100000"/>
              </a:lnSpc>
              <a:spcBef>
                <a:spcPts val="1200"/>
              </a:spcBef>
              <a:spcAft>
                <a:spcPts val="0"/>
              </a:spcAft>
              <a:buClr>
                <a:schemeClr val="dk1"/>
              </a:buClr>
              <a:buSzPts val="1800"/>
              <a:buNone/>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30200" algn="l">
              <a:lnSpc>
                <a:spcPct val="100000"/>
              </a:lnSpc>
              <a:spcBef>
                <a:spcPts val="600"/>
              </a:spcBef>
              <a:spcAft>
                <a:spcPts val="0"/>
              </a:spcAft>
              <a:buClr>
                <a:schemeClr val="dk1"/>
              </a:buClr>
              <a:buSzPts val="1600"/>
              <a:buChar char="•"/>
              <a:defRPr/>
            </a:lvl5pPr>
            <a:lvl6pPr marL="2743200" lvl="5" indent="-342900" algn="l">
              <a:lnSpc>
                <a:spcPct val="100000"/>
              </a:lnSpc>
              <a:spcBef>
                <a:spcPts val="600"/>
              </a:spcBef>
              <a:spcAft>
                <a:spcPts val="0"/>
              </a:spcAft>
              <a:buClr>
                <a:schemeClr val="dk1"/>
              </a:buClr>
              <a:buSzPts val="1800"/>
              <a:buChar char="–"/>
              <a:defRPr/>
            </a:lvl6pPr>
            <a:lvl7pPr marL="3200400" lvl="6" indent="-342900" algn="l">
              <a:lnSpc>
                <a:spcPct val="100000"/>
              </a:lnSpc>
              <a:spcBef>
                <a:spcPts val="600"/>
              </a:spcBef>
              <a:spcAft>
                <a:spcPts val="0"/>
              </a:spcAft>
              <a:buClr>
                <a:schemeClr val="dk1"/>
              </a:buClr>
              <a:buSzPts val="1800"/>
              <a:buChar char="•"/>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600"/>
              </a:spcAft>
              <a:buClr>
                <a:schemeClr val="dk1"/>
              </a:buClr>
              <a:buSzPts val="1800"/>
              <a:buChar char="•"/>
              <a:defRPr/>
            </a:lvl9pPr>
          </a:lstStyle>
          <a:p>
            <a:endParaRPr/>
          </a:p>
        </p:txBody>
      </p:sp>
      <p:sp>
        <p:nvSpPr>
          <p:cNvPr id="60" name="Google Shape;60;p57"/>
          <p:cNvSpPr txBox="1">
            <a:spLocks noGrp="1"/>
          </p:cNvSpPr>
          <p:nvPr>
            <p:ph type="sldNum" idx="12"/>
          </p:nvPr>
        </p:nvSpPr>
        <p:spPr>
          <a:xfrm>
            <a:off x="9984296" y="6492240"/>
            <a:ext cx="1764900" cy="137100"/>
          </a:xfrm>
          <a:prstGeom prst="rect">
            <a:avLst/>
          </a:prstGeom>
          <a:noFill/>
          <a:ln>
            <a:noFill/>
          </a:ln>
        </p:spPr>
        <p:txBody>
          <a:bodyPr spcFirstLastPara="1" wrap="square" lIns="0" tIns="0" rIns="0" bIns="0" anchor="b" anchorCtr="0">
            <a:noAutofit/>
          </a:bodyPr>
          <a:lstStyle>
            <a:lvl1pPr marL="0" marR="0" lvl="0"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dirty="0"/>
          </a:p>
        </p:txBody>
      </p:sp>
      <p:sp>
        <p:nvSpPr>
          <p:cNvPr id="61" name="Google Shape;61;p57"/>
          <p:cNvSpPr txBox="1">
            <a:spLocks noGrp="1"/>
          </p:cNvSpPr>
          <p:nvPr>
            <p:ph type="dt" idx="10"/>
          </p:nvPr>
        </p:nvSpPr>
        <p:spPr>
          <a:xfrm>
            <a:off x="9984296" y="6355080"/>
            <a:ext cx="1764900" cy="137100"/>
          </a:xfrm>
          <a:prstGeom prst="rect">
            <a:avLst/>
          </a:prstGeom>
          <a:noFill/>
          <a:ln>
            <a:noFill/>
          </a:ln>
        </p:spPr>
        <p:txBody>
          <a:bodyPr spcFirstLastPara="1" wrap="square" lIns="0" tIns="0" rIns="0" bIns="0" anchor="b"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62" name="Google Shape;62;p57"/>
          <p:cNvSpPr txBox="1">
            <a:spLocks noGrp="1"/>
          </p:cNvSpPr>
          <p:nvPr>
            <p:ph type="ftr" idx="11"/>
          </p:nvPr>
        </p:nvSpPr>
        <p:spPr>
          <a:xfrm>
            <a:off x="442912" y="6355080"/>
            <a:ext cx="5473800" cy="137100"/>
          </a:xfrm>
          <a:prstGeom prst="rect">
            <a:avLst/>
          </a:prstGeom>
          <a:noFill/>
          <a:ln>
            <a:noFill/>
          </a:ln>
        </p:spPr>
        <p:txBody>
          <a:bodyPr spcFirstLastPara="1" wrap="square" lIns="0" tIns="0" rIns="0" bIns="0" anchor="b"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2" name="Google Shape;997;p6">
            <a:extLst>
              <a:ext uri="{FF2B5EF4-FFF2-40B4-BE49-F238E27FC236}">
                <a16:creationId xmlns:a16="http://schemas.microsoft.com/office/drawing/2014/main" id="{6284AF9F-D268-4E74-C052-DFABF7BF34DF}"/>
              </a:ext>
            </a:extLst>
          </p:cNvPr>
          <p:cNvSpPr txBox="1">
            <a:spLocks noGrp="1"/>
          </p:cNvSpPr>
          <p:nvPr userDrawn="1"/>
        </p:nvSpPr>
        <p:spPr>
          <a:xfrm>
            <a:off x="442913" y="430514"/>
            <a:ext cx="11306174" cy="576000"/>
          </a:xfrm>
          <a:prstGeom prst="rect">
            <a:avLst/>
          </a:prstGeom>
          <a:solidFill>
            <a:schemeClr val="tx1"/>
          </a:solidFill>
          <a:ln>
            <a:noFill/>
          </a:ln>
        </p:spPr>
        <p:txBody>
          <a:bodyPr spcFirstLastPara="1" vert="horz" wrap="square" lIns="72000" tIns="72000" rIns="72000" bIns="72000" rtlCol="0" anchor="t" anchorCtr="0">
            <a:noAutofit/>
          </a:bodyPr>
          <a:lstStyle>
            <a:lvl1pPr algn="l" defTabSz="914400" rtl="0" eaLnBrk="1" latinLnBrk="0" hangingPunct="1">
              <a:lnSpc>
                <a:spcPct val="85000"/>
              </a:lnSpc>
              <a:spcBef>
                <a:spcPct val="0"/>
              </a:spcBef>
              <a:buNone/>
              <a:defRPr sz="3200" kern="1200">
                <a:solidFill>
                  <a:schemeClr val="tx1"/>
                </a:solidFill>
                <a:latin typeface="+mj-lt"/>
                <a:ea typeface="+mj-ea"/>
                <a:cs typeface="+mj-cs"/>
              </a:defRPr>
            </a:lvl1pPr>
          </a:lstStyle>
          <a:p>
            <a:pPr marL="0" lvl="0" indent="0" algn="l" rtl="0">
              <a:lnSpc>
                <a:spcPct val="85000"/>
              </a:lnSpc>
              <a:spcBef>
                <a:spcPts val="0"/>
              </a:spcBef>
              <a:spcAft>
                <a:spcPts val="0"/>
              </a:spcAft>
              <a:buClr>
                <a:schemeClr val="lt1"/>
              </a:buClr>
              <a:buSzPts val="3200"/>
              <a:buNone/>
            </a:pPr>
            <a:endParaRPr lang="fr-FR" dirty="0">
              <a:solidFill>
                <a:schemeClr val="lt1"/>
              </a:solidFill>
            </a:endParaRPr>
          </a:p>
        </p:txBody>
      </p:sp>
      <p:sp>
        <p:nvSpPr>
          <p:cNvPr id="3" name="Google Shape;21;p49">
            <a:extLst>
              <a:ext uri="{FF2B5EF4-FFF2-40B4-BE49-F238E27FC236}">
                <a16:creationId xmlns:a16="http://schemas.microsoft.com/office/drawing/2014/main" id="{DED81675-EE06-3352-1283-04AAE63FE409}"/>
              </a:ext>
            </a:extLst>
          </p:cNvPr>
          <p:cNvSpPr/>
          <p:nvPr userDrawn="1"/>
        </p:nvSpPr>
        <p:spPr>
          <a:xfrm>
            <a:off x="1074344" y="1005322"/>
            <a:ext cx="10674668" cy="436560"/>
          </a:xfrm>
          <a:prstGeom prst="rect">
            <a:avLst/>
          </a:prstGeom>
          <a:solidFill>
            <a:srgbClr val="F2F2F2"/>
          </a:solidFill>
          <a:ln>
            <a:noFill/>
          </a:ln>
        </p:spPr>
        <p:txBody>
          <a:bodyPr spcFirstLastPara="1" wrap="square" lIns="91425" tIns="45700" rIns="91425" bIns="45700" anchor="ctr"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lang="fr-FR" sz="1800" b="0" i="0" u="none" strike="noStrike" kern="0" cap="none" spc="80" normalizeH="0" baseline="0" noProof="0" dirty="0">
              <a:ln>
                <a:noFill/>
              </a:ln>
              <a:solidFill>
                <a:srgbClr val="000000"/>
              </a:solidFill>
              <a:effectLst/>
              <a:uLnTx/>
              <a:uFillTx/>
              <a:latin typeface="Arial"/>
              <a:ea typeface="Calibri Light"/>
              <a:cs typeface="Calibri Light"/>
              <a:sym typeface="Arial"/>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Four Content" userDrawn="1">
  <p:cSld name="Four Content">
    <p:spTree>
      <p:nvGrpSpPr>
        <p:cNvPr id="1" name="Shape 63"/>
        <p:cNvGrpSpPr/>
        <p:nvPr/>
      </p:nvGrpSpPr>
      <p:grpSpPr>
        <a:xfrm>
          <a:off x="0" y="0"/>
          <a:ext cx="0" cy="0"/>
          <a:chOff x="0" y="0"/>
          <a:chExt cx="0" cy="0"/>
        </a:xfrm>
      </p:grpSpPr>
      <p:sp>
        <p:nvSpPr>
          <p:cNvPr id="64" name="Google Shape;64;p58"/>
          <p:cNvSpPr txBox="1">
            <a:spLocks noGrp="1"/>
          </p:cNvSpPr>
          <p:nvPr>
            <p:ph type="body" idx="1"/>
          </p:nvPr>
        </p:nvSpPr>
        <p:spPr>
          <a:xfrm>
            <a:off x="442913" y="2103438"/>
            <a:ext cx="2556000" cy="40689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accent1"/>
              </a:buClr>
              <a:buSzPts val="1800"/>
              <a:buNone/>
              <a:defRPr/>
            </a:lvl1pPr>
            <a:lvl2pPr marL="914400" lvl="1" indent="-228600" algn="l">
              <a:lnSpc>
                <a:spcPct val="100000"/>
              </a:lnSpc>
              <a:spcBef>
                <a:spcPts val="1200"/>
              </a:spcBef>
              <a:spcAft>
                <a:spcPts val="0"/>
              </a:spcAft>
              <a:buClr>
                <a:schemeClr val="dk1"/>
              </a:buClr>
              <a:buSzPts val="1800"/>
              <a:buNone/>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30200" algn="l">
              <a:lnSpc>
                <a:spcPct val="100000"/>
              </a:lnSpc>
              <a:spcBef>
                <a:spcPts val="600"/>
              </a:spcBef>
              <a:spcAft>
                <a:spcPts val="0"/>
              </a:spcAft>
              <a:buClr>
                <a:schemeClr val="dk1"/>
              </a:buClr>
              <a:buSzPts val="1600"/>
              <a:buChar char="•"/>
              <a:defRPr/>
            </a:lvl5pPr>
            <a:lvl6pPr marL="2743200" lvl="5" indent="-342900" algn="l">
              <a:lnSpc>
                <a:spcPct val="100000"/>
              </a:lnSpc>
              <a:spcBef>
                <a:spcPts val="600"/>
              </a:spcBef>
              <a:spcAft>
                <a:spcPts val="0"/>
              </a:spcAft>
              <a:buClr>
                <a:schemeClr val="dk1"/>
              </a:buClr>
              <a:buSzPts val="1800"/>
              <a:buChar char="–"/>
              <a:defRPr/>
            </a:lvl6pPr>
            <a:lvl7pPr marL="3200400" lvl="6" indent="-342900" algn="l">
              <a:lnSpc>
                <a:spcPct val="100000"/>
              </a:lnSpc>
              <a:spcBef>
                <a:spcPts val="600"/>
              </a:spcBef>
              <a:spcAft>
                <a:spcPts val="0"/>
              </a:spcAft>
              <a:buClr>
                <a:schemeClr val="dk1"/>
              </a:buClr>
              <a:buSzPts val="1800"/>
              <a:buChar char="•"/>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600"/>
              </a:spcAft>
              <a:buClr>
                <a:schemeClr val="dk1"/>
              </a:buClr>
              <a:buSzPts val="1800"/>
              <a:buChar char="•"/>
              <a:defRPr/>
            </a:lvl9pPr>
          </a:lstStyle>
          <a:p>
            <a:endParaRPr/>
          </a:p>
        </p:txBody>
      </p:sp>
      <p:sp>
        <p:nvSpPr>
          <p:cNvPr id="65" name="Google Shape;65;p58"/>
          <p:cNvSpPr txBox="1">
            <a:spLocks noGrp="1"/>
          </p:cNvSpPr>
          <p:nvPr>
            <p:ph type="body" idx="2"/>
          </p:nvPr>
        </p:nvSpPr>
        <p:spPr>
          <a:xfrm>
            <a:off x="3360613" y="2103438"/>
            <a:ext cx="2556000" cy="40689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accent1"/>
              </a:buClr>
              <a:buSzPts val="1800"/>
              <a:buNone/>
              <a:defRPr/>
            </a:lvl1pPr>
            <a:lvl2pPr marL="914400" lvl="1" indent="-228600" algn="l">
              <a:lnSpc>
                <a:spcPct val="100000"/>
              </a:lnSpc>
              <a:spcBef>
                <a:spcPts val="1200"/>
              </a:spcBef>
              <a:spcAft>
                <a:spcPts val="0"/>
              </a:spcAft>
              <a:buClr>
                <a:schemeClr val="dk1"/>
              </a:buClr>
              <a:buSzPts val="1800"/>
              <a:buNone/>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30200" algn="l">
              <a:lnSpc>
                <a:spcPct val="100000"/>
              </a:lnSpc>
              <a:spcBef>
                <a:spcPts val="600"/>
              </a:spcBef>
              <a:spcAft>
                <a:spcPts val="0"/>
              </a:spcAft>
              <a:buClr>
                <a:schemeClr val="dk1"/>
              </a:buClr>
              <a:buSzPts val="1600"/>
              <a:buChar char="•"/>
              <a:defRPr/>
            </a:lvl5pPr>
            <a:lvl6pPr marL="2743200" lvl="5" indent="-342900" algn="l">
              <a:lnSpc>
                <a:spcPct val="100000"/>
              </a:lnSpc>
              <a:spcBef>
                <a:spcPts val="600"/>
              </a:spcBef>
              <a:spcAft>
                <a:spcPts val="0"/>
              </a:spcAft>
              <a:buClr>
                <a:schemeClr val="dk1"/>
              </a:buClr>
              <a:buSzPts val="1800"/>
              <a:buChar char="–"/>
              <a:defRPr/>
            </a:lvl6pPr>
            <a:lvl7pPr marL="3200400" lvl="6" indent="-342900" algn="l">
              <a:lnSpc>
                <a:spcPct val="100000"/>
              </a:lnSpc>
              <a:spcBef>
                <a:spcPts val="600"/>
              </a:spcBef>
              <a:spcAft>
                <a:spcPts val="0"/>
              </a:spcAft>
              <a:buClr>
                <a:schemeClr val="dk1"/>
              </a:buClr>
              <a:buSzPts val="1800"/>
              <a:buChar char="•"/>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600"/>
              </a:spcAft>
              <a:buClr>
                <a:schemeClr val="dk1"/>
              </a:buClr>
              <a:buSzPts val="1800"/>
              <a:buChar char="•"/>
              <a:defRPr/>
            </a:lvl9pPr>
          </a:lstStyle>
          <a:p>
            <a:endParaRPr/>
          </a:p>
        </p:txBody>
      </p:sp>
      <p:sp>
        <p:nvSpPr>
          <p:cNvPr id="66" name="Google Shape;66;p58"/>
          <p:cNvSpPr txBox="1">
            <a:spLocks noGrp="1"/>
          </p:cNvSpPr>
          <p:nvPr>
            <p:ph type="body" idx="3"/>
          </p:nvPr>
        </p:nvSpPr>
        <p:spPr>
          <a:xfrm>
            <a:off x="6275388" y="2103438"/>
            <a:ext cx="2556000" cy="40689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accent1"/>
              </a:buClr>
              <a:buSzPts val="1800"/>
              <a:buNone/>
              <a:defRPr/>
            </a:lvl1pPr>
            <a:lvl2pPr marL="914400" lvl="1" indent="-228600" algn="l">
              <a:lnSpc>
                <a:spcPct val="100000"/>
              </a:lnSpc>
              <a:spcBef>
                <a:spcPts val="1200"/>
              </a:spcBef>
              <a:spcAft>
                <a:spcPts val="0"/>
              </a:spcAft>
              <a:buClr>
                <a:schemeClr val="dk1"/>
              </a:buClr>
              <a:buSzPts val="1800"/>
              <a:buNone/>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30200" algn="l">
              <a:lnSpc>
                <a:spcPct val="100000"/>
              </a:lnSpc>
              <a:spcBef>
                <a:spcPts val="600"/>
              </a:spcBef>
              <a:spcAft>
                <a:spcPts val="0"/>
              </a:spcAft>
              <a:buClr>
                <a:schemeClr val="dk1"/>
              </a:buClr>
              <a:buSzPts val="1600"/>
              <a:buChar char="•"/>
              <a:defRPr/>
            </a:lvl5pPr>
            <a:lvl6pPr marL="2743200" lvl="5" indent="-342900" algn="l">
              <a:lnSpc>
                <a:spcPct val="100000"/>
              </a:lnSpc>
              <a:spcBef>
                <a:spcPts val="600"/>
              </a:spcBef>
              <a:spcAft>
                <a:spcPts val="0"/>
              </a:spcAft>
              <a:buClr>
                <a:schemeClr val="dk1"/>
              </a:buClr>
              <a:buSzPts val="1800"/>
              <a:buChar char="–"/>
              <a:defRPr/>
            </a:lvl6pPr>
            <a:lvl7pPr marL="3200400" lvl="6" indent="-342900" algn="l">
              <a:lnSpc>
                <a:spcPct val="100000"/>
              </a:lnSpc>
              <a:spcBef>
                <a:spcPts val="600"/>
              </a:spcBef>
              <a:spcAft>
                <a:spcPts val="0"/>
              </a:spcAft>
              <a:buClr>
                <a:schemeClr val="dk1"/>
              </a:buClr>
              <a:buSzPts val="1800"/>
              <a:buChar char="•"/>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600"/>
              </a:spcAft>
              <a:buClr>
                <a:schemeClr val="dk1"/>
              </a:buClr>
              <a:buSzPts val="1800"/>
              <a:buChar char="•"/>
              <a:defRPr/>
            </a:lvl9pPr>
          </a:lstStyle>
          <a:p>
            <a:endParaRPr/>
          </a:p>
        </p:txBody>
      </p:sp>
      <p:sp>
        <p:nvSpPr>
          <p:cNvPr id="67" name="Google Shape;67;p58"/>
          <p:cNvSpPr txBox="1">
            <a:spLocks noGrp="1"/>
          </p:cNvSpPr>
          <p:nvPr>
            <p:ph type="body" idx="4"/>
          </p:nvPr>
        </p:nvSpPr>
        <p:spPr>
          <a:xfrm>
            <a:off x="9190163" y="2103438"/>
            <a:ext cx="2556000" cy="40689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accent1"/>
              </a:buClr>
              <a:buSzPts val="1800"/>
              <a:buNone/>
              <a:defRPr/>
            </a:lvl1pPr>
            <a:lvl2pPr marL="914400" lvl="1" indent="-228600" algn="l">
              <a:lnSpc>
                <a:spcPct val="100000"/>
              </a:lnSpc>
              <a:spcBef>
                <a:spcPts val="1200"/>
              </a:spcBef>
              <a:spcAft>
                <a:spcPts val="0"/>
              </a:spcAft>
              <a:buClr>
                <a:schemeClr val="dk1"/>
              </a:buClr>
              <a:buSzPts val="1800"/>
              <a:buNone/>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30200" algn="l">
              <a:lnSpc>
                <a:spcPct val="100000"/>
              </a:lnSpc>
              <a:spcBef>
                <a:spcPts val="600"/>
              </a:spcBef>
              <a:spcAft>
                <a:spcPts val="0"/>
              </a:spcAft>
              <a:buClr>
                <a:schemeClr val="dk1"/>
              </a:buClr>
              <a:buSzPts val="1600"/>
              <a:buChar char="•"/>
              <a:defRPr/>
            </a:lvl5pPr>
            <a:lvl6pPr marL="2743200" lvl="5" indent="-342900" algn="l">
              <a:lnSpc>
                <a:spcPct val="100000"/>
              </a:lnSpc>
              <a:spcBef>
                <a:spcPts val="600"/>
              </a:spcBef>
              <a:spcAft>
                <a:spcPts val="0"/>
              </a:spcAft>
              <a:buClr>
                <a:schemeClr val="dk1"/>
              </a:buClr>
              <a:buSzPts val="1800"/>
              <a:buChar char="–"/>
              <a:defRPr/>
            </a:lvl6pPr>
            <a:lvl7pPr marL="3200400" lvl="6" indent="-342900" algn="l">
              <a:lnSpc>
                <a:spcPct val="100000"/>
              </a:lnSpc>
              <a:spcBef>
                <a:spcPts val="600"/>
              </a:spcBef>
              <a:spcAft>
                <a:spcPts val="0"/>
              </a:spcAft>
              <a:buClr>
                <a:schemeClr val="dk1"/>
              </a:buClr>
              <a:buSzPts val="1800"/>
              <a:buChar char="•"/>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600"/>
              </a:spcAft>
              <a:buClr>
                <a:schemeClr val="dk1"/>
              </a:buClr>
              <a:buSzPts val="1800"/>
              <a:buChar char="•"/>
              <a:defRPr/>
            </a:lvl9pPr>
          </a:lstStyle>
          <a:p>
            <a:endParaRPr/>
          </a:p>
        </p:txBody>
      </p:sp>
      <p:sp>
        <p:nvSpPr>
          <p:cNvPr id="69" name="Google Shape;69;p58"/>
          <p:cNvSpPr txBox="1">
            <a:spLocks noGrp="1"/>
          </p:cNvSpPr>
          <p:nvPr>
            <p:ph type="sldNum" idx="12"/>
          </p:nvPr>
        </p:nvSpPr>
        <p:spPr>
          <a:xfrm>
            <a:off x="9984296" y="6492240"/>
            <a:ext cx="1764900" cy="137100"/>
          </a:xfrm>
          <a:prstGeom prst="rect">
            <a:avLst/>
          </a:prstGeom>
          <a:noFill/>
          <a:ln>
            <a:noFill/>
          </a:ln>
        </p:spPr>
        <p:txBody>
          <a:bodyPr spcFirstLastPara="1" wrap="square" lIns="0" tIns="0" rIns="0" bIns="0" anchor="b" anchorCtr="0">
            <a:noAutofit/>
          </a:bodyPr>
          <a:lstStyle>
            <a:lvl1pPr marL="0" marR="0" lvl="0"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dirty="0"/>
          </a:p>
        </p:txBody>
      </p:sp>
      <p:sp>
        <p:nvSpPr>
          <p:cNvPr id="70" name="Google Shape;70;p58"/>
          <p:cNvSpPr txBox="1">
            <a:spLocks noGrp="1"/>
          </p:cNvSpPr>
          <p:nvPr>
            <p:ph type="dt" idx="10"/>
          </p:nvPr>
        </p:nvSpPr>
        <p:spPr>
          <a:xfrm>
            <a:off x="9984296" y="6355080"/>
            <a:ext cx="1764900" cy="137100"/>
          </a:xfrm>
          <a:prstGeom prst="rect">
            <a:avLst/>
          </a:prstGeom>
          <a:noFill/>
          <a:ln>
            <a:noFill/>
          </a:ln>
        </p:spPr>
        <p:txBody>
          <a:bodyPr spcFirstLastPara="1" wrap="square" lIns="0" tIns="0" rIns="0" bIns="0" anchor="b"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71" name="Google Shape;71;p58"/>
          <p:cNvSpPr txBox="1">
            <a:spLocks noGrp="1"/>
          </p:cNvSpPr>
          <p:nvPr>
            <p:ph type="ftr" idx="11"/>
          </p:nvPr>
        </p:nvSpPr>
        <p:spPr>
          <a:xfrm>
            <a:off x="442912" y="6355080"/>
            <a:ext cx="5473800" cy="137100"/>
          </a:xfrm>
          <a:prstGeom prst="rect">
            <a:avLst/>
          </a:prstGeom>
          <a:noFill/>
          <a:ln>
            <a:noFill/>
          </a:ln>
        </p:spPr>
        <p:txBody>
          <a:bodyPr spcFirstLastPara="1" wrap="square" lIns="0" tIns="0" rIns="0" bIns="0" anchor="b"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2" name="Google Shape;997;p6">
            <a:extLst>
              <a:ext uri="{FF2B5EF4-FFF2-40B4-BE49-F238E27FC236}">
                <a16:creationId xmlns:a16="http://schemas.microsoft.com/office/drawing/2014/main" id="{B4CE081D-72A4-EDA7-2901-5D48FDF49C34}"/>
              </a:ext>
            </a:extLst>
          </p:cNvPr>
          <p:cNvSpPr txBox="1">
            <a:spLocks noGrp="1"/>
          </p:cNvSpPr>
          <p:nvPr userDrawn="1"/>
        </p:nvSpPr>
        <p:spPr>
          <a:xfrm>
            <a:off x="442913" y="430514"/>
            <a:ext cx="11306174" cy="576000"/>
          </a:xfrm>
          <a:prstGeom prst="rect">
            <a:avLst/>
          </a:prstGeom>
          <a:solidFill>
            <a:schemeClr val="tx1"/>
          </a:solidFill>
          <a:ln>
            <a:noFill/>
          </a:ln>
        </p:spPr>
        <p:txBody>
          <a:bodyPr spcFirstLastPara="1" vert="horz" wrap="square" lIns="72000" tIns="72000" rIns="72000" bIns="72000" rtlCol="0" anchor="t" anchorCtr="0">
            <a:noAutofit/>
          </a:bodyPr>
          <a:lstStyle>
            <a:lvl1pPr algn="l" defTabSz="914400" rtl="0" eaLnBrk="1" latinLnBrk="0" hangingPunct="1">
              <a:lnSpc>
                <a:spcPct val="85000"/>
              </a:lnSpc>
              <a:spcBef>
                <a:spcPct val="0"/>
              </a:spcBef>
              <a:buNone/>
              <a:defRPr sz="3200" kern="1200">
                <a:solidFill>
                  <a:schemeClr val="tx1"/>
                </a:solidFill>
                <a:latin typeface="+mj-lt"/>
                <a:ea typeface="+mj-ea"/>
                <a:cs typeface="+mj-cs"/>
              </a:defRPr>
            </a:lvl1pPr>
          </a:lstStyle>
          <a:p>
            <a:pPr marL="0" lvl="0" indent="0" algn="l" rtl="0">
              <a:lnSpc>
                <a:spcPct val="85000"/>
              </a:lnSpc>
              <a:spcBef>
                <a:spcPts val="0"/>
              </a:spcBef>
              <a:spcAft>
                <a:spcPts val="0"/>
              </a:spcAft>
              <a:buClr>
                <a:schemeClr val="lt1"/>
              </a:buClr>
              <a:buSzPts val="3200"/>
              <a:buNone/>
            </a:pPr>
            <a:endParaRPr lang="fr-FR" dirty="0">
              <a:solidFill>
                <a:schemeClr val="lt1"/>
              </a:solidFill>
            </a:endParaRPr>
          </a:p>
        </p:txBody>
      </p:sp>
      <p:sp>
        <p:nvSpPr>
          <p:cNvPr id="3" name="Google Shape;21;p49">
            <a:extLst>
              <a:ext uri="{FF2B5EF4-FFF2-40B4-BE49-F238E27FC236}">
                <a16:creationId xmlns:a16="http://schemas.microsoft.com/office/drawing/2014/main" id="{072AB866-4F98-0520-52A4-465D6A292783}"/>
              </a:ext>
            </a:extLst>
          </p:cNvPr>
          <p:cNvSpPr/>
          <p:nvPr userDrawn="1"/>
        </p:nvSpPr>
        <p:spPr>
          <a:xfrm>
            <a:off x="1074344" y="1005322"/>
            <a:ext cx="10674668" cy="436560"/>
          </a:xfrm>
          <a:prstGeom prst="rect">
            <a:avLst/>
          </a:prstGeom>
          <a:solidFill>
            <a:srgbClr val="F2F2F2"/>
          </a:solidFill>
          <a:ln>
            <a:noFill/>
          </a:ln>
        </p:spPr>
        <p:txBody>
          <a:bodyPr spcFirstLastPara="1" wrap="square" lIns="91425" tIns="45700" rIns="91425" bIns="45700" anchor="ctr"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lang="fr-FR" sz="1800" b="0" i="0" u="none" strike="noStrike" kern="0" cap="none" spc="80" normalizeH="0" baseline="0" noProof="0" dirty="0">
              <a:ln>
                <a:noFill/>
              </a:ln>
              <a:solidFill>
                <a:srgbClr val="000000"/>
              </a:solidFill>
              <a:effectLst/>
              <a:uLnTx/>
              <a:uFillTx/>
              <a:latin typeface="Arial"/>
              <a:ea typeface="Calibri Light"/>
              <a:cs typeface="Calibri Light"/>
              <a:sym typeface="Arial"/>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Five Content" userDrawn="1">
  <p:cSld name="Five Content">
    <p:spTree>
      <p:nvGrpSpPr>
        <p:cNvPr id="1" name="Shape 72"/>
        <p:cNvGrpSpPr/>
        <p:nvPr/>
      </p:nvGrpSpPr>
      <p:grpSpPr>
        <a:xfrm>
          <a:off x="0" y="0"/>
          <a:ext cx="0" cy="0"/>
          <a:chOff x="0" y="0"/>
          <a:chExt cx="0" cy="0"/>
        </a:xfrm>
      </p:grpSpPr>
      <p:sp>
        <p:nvSpPr>
          <p:cNvPr id="73" name="Google Shape;73;p59"/>
          <p:cNvSpPr txBox="1">
            <a:spLocks noGrp="1"/>
          </p:cNvSpPr>
          <p:nvPr>
            <p:ph type="body" idx="1"/>
          </p:nvPr>
        </p:nvSpPr>
        <p:spPr>
          <a:xfrm>
            <a:off x="442913" y="2103438"/>
            <a:ext cx="1972800" cy="40689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accent1"/>
              </a:buClr>
              <a:buSzPts val="1800"/>
              <a:buNone/>
              <a:defRPr/>
            </a:lvl1pPr>
            <a:lvl2pPr marL="914400" lvl="1" indent="-228600" algn="l">
              <a:lnSpc>
                <a:spcPct val="100000"/>
              </a:lnSpc>
              <a:spcBef>
                <a:spcPts val="1200"/>
              </a:spcBef>
              <a:spcAft>
                <a:spcPts val="0"/>
              </a:spcAft>
              <a:buClr>
                <a:schemeClr val="dk1"/>
              </a:buClr>
              <a:buSzPts val="1800"/>
              <a:buNone/>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42900" algn="l">
              <a:lnSpc>
                <a:spcPct val="100000"/>
              </a:lnSpc>
              <a:spcBef>
                <a:spcPts val="600"/>
              </a:spcBef>
              <a:spcAft>
                <a:spcPts val="0"/>
              </a:spcAft>
              <a:buClr>
                <a:schemeClr val="dk1"/>
              </a:buClr>
              <a:buSzPts val="1800"/>
              <a:buChar char="•"/>
              <a:defRPr/>
            </a:lvl5pPr>
            <a:lvl6pPr marL="2743200" lvl="5" indent="-342900" algn="l">
              <a:lnSpc>
                <a:spcPct val="100000"/>
              </a:lnSpc>
              <a:spcBef>
                <a:spcPts val="600"/>
              </a:spcBef>
              <a:spcAft>
                <a:spcPts val="0"/>
              </a:spcAft>
              <a:buClr>
                <a:schemeClr val="dk1"/>
              </a:buClr>
              <a:buSzPts val="1800"/>
              <a:buChar char="–"/>
              <a:defRPr/>
            </a:lvl6pPr>
            <a:lvl7pPr marL="3200400" lvl="6" indent="-342900" algn="l">
              <a:lnSpc>
                <a:spcPct val="100000"/>
              </a:lnSpc>
              <a:spcBef>
                <a:spcPts val="600"/>
              </a:spcBef>
              <a:spcAft>
                <a:spcPts val="0"/>
              </a:spcAft>
              <a:buClr>
                <a:schemeClr val="dk1"/>
              </a:buClr>
              <a:buSzPts val="1800"/>
              <a:buChar char="•"/>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600"/>
              </a:spcAft>
              <a:buClr>
                <a:schemeClr val="dk1"/>
              </a:buClr>
              <a:buSzPts val="1800"/>
              <a:buChar char="•"/>
              <a:defRPr/>
            </a:lvl9pPr>
          </a:lstStyle>
          <a:p>
            <a:endParaRPr/>
          </a:p>
        </p:txBody>
      </p:sp>
      <p:sp>
        <p:nvSpPr>
          <p:cNvPr id="74" name="Google Shape;74;p59"/>
          <p:cNvSpPr txBox="1">
            <a:spLocks noGrp="1"/>
          </p:cNvSpPr>
          <p:nvPr>
            <p:ph type="body" idx="2"/>
          </p:nvPr>
        </p:nvSpPr>
        <p:spPr>
          <a:xfrm>
            <a:off x="2777045" y="2103438"/>
            <a:ext cx="1972800" cy="40689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accent1"/>
              </a:buClr>
              <a:buSzPts val="1800"/>
              <a:buNone/>
              <a:defRPr/>
            </a:lvl1pPr>
            <a:lvl2pPr marL="914400" lvl="1" indent="-228600" algn="l">
              <a:lnSpc>
                <a:spcPct val="100000"/>
              </a:lnSpc>
              <a:spcBef>
                <a:spcPts val="1200"/>
              </a:spcBef>
              <a:spcAft>
                <a:spcPts val="0"/>
              </a:spcAft>
              <a:buClr>
                <a:schemeClr val="dk1"/>
              </a:buClr>
              <a:buSzPts val="1800"/>
              <a:buNone/>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42900" algn="l">
              <a:lnSpc>
                <a:spcPct val="100000"/>
              </a:lnSpc>
              <a:spcBef>
                <a:spcPts val="600"/>
              </a:spcBef>
              <a:spcAft>
                <a:spcPts val="0"/>
              </a:spcAft>
              <a:buClr>
                <a:schemeClr val="dk1"/>
              </a:buClr>
              <a:buSzPts val="1800"/>
              <a:buChar char="•"/>
              <a:defRPr/>
            </a:lvl5pPr>
            <a:lvl6pPr marL="2743200" lvl="5" indent="-342900" algn="l">
              <a:lnSpc>
                <a:spcPct val="100000"/>
              </a:lnSpc>
              <a:spcBef>
                <a:spcPts val="600"/>
              </a:spcBef>
              <a:spcAft>
                <a:spcPts val="0"/>
              </a:spcAft>
              <a:buClr>
                <a:schemeClr val="dk1"/>
              </a:buClr>
              <a:buSzPts val="1800"/>
              <a:buChar char="–"/>
              <a:defRPr/>
            </a:lvl6pPr>
            <a:lvl7pPr marL="3200400" lvl="6" indent="-342900" algn="l">
              <a:lnSpc>
                <a:spcPct val="100000"/>
              </a:lnSpc>
              <a:spcBef>
                <a:spcPts val="600"/>
              </a:spcBef>
              <a:spcAft>
                <a:spcPts val="0"/>
              </a:spcAft>
              <a:buClr>
                <a:schemeClr val="dk1"/>
              </a:buClr>
              <a:buSzPts val="1800"/>
              <a:buChar char="•"/>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600"/>
              </a:spcAft>
              <a:buClr>
                <a:schemeClr val="dk1"/>
              </a:buClr>
              <a:buSzPts val="1800"/>
              <a:buChar char="•"/>
              <a:defRPr/>
            </a:lvl9pPr>
          </a:lstStyle>
          <a:p>
            <a:endParaRPr/>
          </a:p>
        </p:txBody>
      </p:sp>
      <p:sp>
        <p:nvSpPr>
          <p:cNvPr id="75" name="Google Shape;75;p59"/>
          <p:cNvSpPr txBox="1">
            <a:spLocks noGrp="1"/>
          </p:cNvSpPr>
          <p:nvPr>
            <p:ph type="body" idx="3"/>
          </p:nvPr>
        </p:nvSpPr>
        <p:spPr>
          <a:xfrm>
            <a:off x="5111177" y="2103438"/>
            <a:ext cx="1972800" cy="40689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accent1"/>
              </a:buClr>
              <a:buSzPts val="1800"/>
              <a:buNone/>
              <a:defRPr/>
            </a:lvl1pPr>
            <a:lvl2pPr marL="914400" lvl="1" indent="-228600" algn="l">
              <a:lnSpc>
                <a:spcPct val="100000"/>
              </a:lnSpc>
              <a:spcBef>
                <a:spcPts val="1200"/>
              </a:spcBef>
              <a:spcAft>
                <a:spcPts val="0"/>
              </a:spcAft>
              <a:buClr>
                <a:schemeClr val="dk1"/>
              </a:buClr>
              <a:buSzPts val="1800"/>
              <a:buNone/>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42900" algn="l">
              <a:lnSpc>
                <a:spcPct val="100000"/>
              </a:lnSpc>
              <a:spcBef>
                <a:spcPts val="600"/>
              </a:spcBef>
              <a:spcAft>
                <a:spcPts val="0"/>
              </a:spcAft>
              <a:buClr>
                <a:schemeClr val="dk1"/>
              </a:buClr>
              <a:buSzPts val="1800"/>
              <a:buChar char="•"/>
              <a:defRPr/>
            </a:lvl5pPr>
            <a:lvl6pPr marL="2743200" lvl="5" indent="-342900" algn="l">
              <a:lnSpc>
                <a:spcPct val="100000"/>
              </a:lnSpc>
              <a:spcBef>
                <a:spcPts val="600"/>
              </a:spcBef>
              <a:spcAft>
                <a:spcPts val="0"/>
              </a:spcAft>
              <a:buClr>
                <a:schemeClr val="dk1"/>
              </a:buClr>
              <a:buSzPts val="1800"/>
              <a:buChar char="–"/>
              <a:defRPr/>
            </a:lvl6pPr>
            <a:lvl7pPr marL="3200400" lvl="6" indent="-342900" algn="l">
              <a:lnSpc>
                <a:spcPct val="100000"/>
              </a:lnSpc>
              <a:spcBef>
                <a:spcPts val="600"/>
              </a:spcBef>
              <a:spcAft>
                <a:spcPts val="0"/>
              </a:spcAft>
              <a:buClr>
                <a:schemeClr val="dk1"/>
              </a:buClr>
              <a:buSzPts val="1800"/>
              <a:buChar char="•"/>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600"/>
              </a:spcAft>
              <a:buClr>
                <a:schemeClr val="dk1"/>
              </a:buClr>
              <a:buSzPts val="1800"/>
              <a:buChar char="•"/>
              <a:defRPr/>
            </a:lvl9pPr>
          </a:lstStyle>
          <a:p>
            <a:endParaRPr/>
          </a:p>
        </p:txBody>
      </p:sp>
      <p:sp>
        <p:nvSpPr>
          <p:cNvPr id="76" name="Google Shape;76;p59"/>
          <p:cNvSpPr txBox="1">
            <a:spLocks noGrp="1"/>
          </p:cNvSpPr>
          <p:nvPr>
            <p:ph type="body" idx="4"/>
          </p:nvPr>
        </p:nvSpPr>
        <p:spPr>
          <a:xfrm>
            <a:off x="7445309" y="2103438"/>
            <a:ext cx="1972800" cy="40689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accent1"/>
              </a:buClr>
              <a:buSzPts val="1800"/>
              <a:buNone/>
              <a:defRPr/>
            </a:lvl1pPr>
            <a:lvl2pPr marL="914400" lvl="1" indent="-228600" algn="l">
              <a:lnSpc>
                <a:spcPct val="100000"/>
              </a:lnSpc>
              <a:spcBef>
                <a:spcPts val="1200"/>
              </a:spcBef>
              <a:spcAft>
                <a:spcPts val="0"/>
              </a:spcAft>
              <a:buClr>
                <a:schemeClr val="dk1"/>
              </a:buClr>
              <a:buSzPts val="1800"/>
              <a:buNone/>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42900" algn="l">
              <a:lnSpc>
                <a:spcPct val="100000"/>
              </a:lnSpc>
              <a:spcBef>
                <a:spcPts val="600"/>
              </a:spcBef>
              <a:spcAft>
                <a:spcPts val="0"/>
              </a:spcAft>
              <a:buClr>
                <a:schemeClr val="dk1"/>
              </a:buClr>
              <a:buSzPts val="1800"/>
              <a:buChar char="•"/>
              <a:defRPr/>
            </a:lvl5pPr>
            <a:lvl6pPr marL="2743200" lvl="5" indent="-342900" algn="l">
              <a:lnSpc>
                <a:spcPct val="100000"/>
              </a:lnSpc>
              <a:spcBef>
                <a:spcPts val="600"/>
              </a:spcBef>
              <a:spcAft>
                <a:spcPts val="0"/>
              </a:spcAft>
              <a:buClr>
                <a:schemeClr val="dk1"/>
              </a:buClr>
              <a:buSzPts val="1800"/>
              <a:buChar char="–"/>
              <a:defRPr/>
            </a:lvl6pPr>
            <a:lvl7pPr marL="3200400" lvl="6" indent="-342900" algn="l">
              <a:lnSpc>
                <a:spcPct val="100000"/>
              </a:lnSpc>
              <a:spcBef>
                <a:spcPts val="600"/>
              </a:spcBef>
              <a:spcAft>
                <a:spcPts val="0"/>
              </a:spcAft>
              <a:buClr>
                <a:schemeClr val="dk1"/>
              </a:buClr>
              <a:buSzPts val="1800"/>
              <a:buChar char="•"/>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600"/>
              </a:spcAft>
              <a:buClr>
                <a:schemeClr val="dk1"/>
              </a:buClr>
              <a:buSzPts val="1800"/>
              <a:buChar char="•"/>
              <a:defRPr/>
            </a:lvl9pPr>
          </a:lstStyle>
          <a:p>
            <a:endParaRPr/>
          </a:p>
        </p:txBody>
      </p:sp>
      <p:sp>
        <p:nvSpPr>
          <p:cNvPr id="77" name="Google Shape;77;p59"/>
          <p:cNvSpPr txBox="1">
            <a:spLocks noGrp="1"/>
          </p:cNvSpPr>
          <p:nvPr>
            <p:ph type="body" idx="5"/>
          </p:nvPr>
        </p:nvSpPr>
        <p:spPr>
          <a:xfrm>
            <a:off x="9779443" y="2103438"/>
            <a:ext cx="1972800" cy="40689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accent1"/>
              </a:buClr>
              <a:buSzPts val="1800"/>
              <a:buNone/>
              <a:defRPr/>
            </a:lvl1pPr>
            <a:lvl2pPr marL="914400" lvl="1" indent="-228600" algn="l">
              <a:lnSpc>
                <a:spcPct val="100000"/>
              </a:lnSpc>
              <a:spcBef>
                <a:spcPts val="1200"/>
              </a:spcBef>
              <a:spcAft>
                <a:spcPts val="0"/>
              </a:spcAft>
              <a:buClr>
                <a:schemeClr val="dk1"/>
              </a:buClr>
              <a:buSzPts val="1800"/>
              <a:buNone/>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42900" algn="l">
              <a:lnSpc>
                <a:spcPct val="100000"/>
              </a:lnSpc>
              <a:spcBef>
                <a:spcPts val="600"/>
              </a:spcBef>
              <a:spcAft>
                <a:spcPts val="0"/>
              </a:spcAft>
              <a:buClr>
                <a:schemeClr val="dk1"/>
              </a:buClr>
              <a:buSzPts val="1800"/>
              <a:buChar char="•"/>
              <a:defRPr/>
            </a:lvl5pPr>
            <a:lvl6pPr marL="2743200" lvl="5" indent="-342900" algn="l">
              <a:lnSpc>
                <a:spcPct val="100000"/>
              </a:lnSpc>
              <a:spcBef>
                <a:spcPts val="600"/>
              </a:spcBef>
              <a:spcAft>
                <a:spcPts val="0"/>
              </a:spcAft>
              <a:buClr>
                <a:schemeClr val="dk1"/>
              </a:buClr>
              <a:buSzPts val="1800"/>
              <a:buChar char="–"/>
              <a:defRPr/>
            </a:lvl6pPr>
            <a:lvl7pPr marL="3200400" lvl="6" indent="-342900" algn="l">
              <a:lnSpc>
                <a:spcPct val="100000"/>
              </a:lnSpc>
              <a:spcBef>
                <a:spcPts val="600"/>
              </a:spcBef>
              <a:spcAft>
                <a:spcPts val="0"/>
              </a:spcAft>
              <a:buClr>
                <a:schemeClr val="dk1"/>
              </a:buClr>
              <a:buSzPts val="1800"/>
              <a:buChar char="•"/>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600"/>
              </a:spcAft>
              <a:buClr>
                <a:schemeClr val="dk1"/>
              </a:buClr>
              <a:buSzPts val="1800"/>
              <a:buChar char="•"/>
              <a:defRPr/>
            </a:lvl9pPr>
          </a:lstStyle>
          <a:p>
            <a:endParaRPr/>
          </a:p>
        </p:txBody>
      </p:sp>
      <p:sp>
        <p:nvSpPr>
          <p:cNvPr id="79" name="Google Shape;79;p59"/>
          <p:cNvSpPr txBox="1">
            <a:spLocks noGrp="1"/>
          </p:cNvSpPr>
          <p:nvPr>
            <p:ph type="sldNum" idx="12"/>
          </p:nvPr>
        </p:nvSpPr>
        <p:spPr>
          <a:xfrm>
            <a:off x="9984296" y="6492240"/>
            <a:ext cx="1764900" cy="137100"/>
          </a:xfrm>
          <a:prstGeom prst="rect">
            <a:avLst/>
          </a:prstGeom>
          <a:noFill/>
          <a:ln>
            <a:noFill/>
          </a:ln>
        </p:spPr>
        <p:txBody>
          <a:bodyPr spcFirstLastPara="1" wrap="square" lIns="0" tIns="0" rIns="0" bIns="0" anchor="b" anchorCtr="0">
            <a:noAutofit/>
          </a:bodyPr>
          <a:lstStyle>
            <a:lvl1pPr marL="0" marR="0" lvl="0"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dirty="0"/>
          </a:p>
        </p:txBody>
      </p:sp>
      <p:sp>
        <p:nvSpPr>
          <p:cNvPr id="80" name="Google Shape;80;p59"/>
          <p:cNvSpPr txBox="1">
            <a:spLocks noGrp="1"/>
          </p:cNvSpPr>
          <p:nvPr>
            <p:ph type="dt" idx="10"/>
          </p:nvPr>
        </p:nvSpPr>
        <p:spPr>
          <a:xfrm>
            <a:off x="9984296" y="6355080"/>
            <a:ext cx="1764900" cy="137100"/>
          </a:xfrm>
          <a:prstGeom prst="rect">
            <a:avLst/>
          </a:prstGeom>
          <a:noFill/>
          <a:ln>
            <a:noFill/>
          </a:ln>
        </p:spPr>
        <p:txBody>
          <a:bodyPr spcFirstLastPara="1" wrap="square" lIns="0" tIns="0" rIns="0" bIns="0" anchor="b"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81" name="Google Shape;81;p59"/>
          <p:cNvSpPr txBox="1">
            <a:spLocks noGrp="1"/>
          </p:cNvSpPr>
          <p:nvPr>
            <p:ph type="ftr" idx="11"/>
          </p:nvPr>
        </p:nvSpPr>
        <p:spPr>
          <a:xfrm>
            <a:off x="442912" y="6355080"/>
            <a:ext cx="5473800" cy="137100"/>
          </a:xfrm>
          <a:prstGeom prst="rect">
            <a:avLst/>
          </a:prstGeom>
          <a:noFill/>
          <a:ln>
            <a:noFill/>
          </a:ln>
        </p:spPr>
        <p:txBody>
          <a:bodyPr spcFirstLastPara="1" wrap="square" lIns="0" tIns="0" rIns="0" bIns="0" anchor="b"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2" name="Google Shape;997;p6">
            <a:extLst>
              <a:ext uri="{FF2B5EF4-FFF2-40B4-BE49-F238E27FC236}">
                <a16:creationId xmlns:a16="http://schemas.microsoft.com/office/drawing/2014/main" id="{C14B0837-27E7-A0D1-1B5D-42028278985C}"/>
              </a:ext>
            </a:extLst>
          </p:cNvPr>
          <p:cNvSpPr txBox="1">
            <a:spLocks noGrp="1"/>
          </p:cNvSpPr>
          <p:nvPr userDrawn="1"/>
        </p:nvSpPr>
        <p:spPr>
          <a:xfrm>
            <a:off x="442913" y="430514"/>
            <a:ext cx="11306174" cy="576000"/>
          </a:xfrm>
          <a:prstGeom prst="rect">
            <a:avLst/>
          </a:prstGeom>
          <a:solidFill>
            <a:schemeClr val="tx1"/>
          </a:solidFill>
          <a:ln>
            <a:noFill/>
          </a:ln>
        </p:spPr>
        <p:txBody>
          <a:bodyPr spcFirstLastPara="1" vert="horz" wrap="square" lIns="72000" tIns="72000" rIns="72000" bIns="72000" rtlCol="0" anchor="t" anchorCtr="0">
            <a:noAutofit/>
          </a:bodyPr>
          <a:lstStyle>
            <a:lvl1pPr algn="l" defTabSz="914400" rtl="0" eaLnBrk="1" latinLnBrk="0" hangingPunct="1">
              <a:lnSpc>
                <a:spcPct val="85000"/>
              </a:lnSpc>
              <a:spcBef>
                <a:spcPct val="0"/>
              </a:spcBef>
              <a:buNone/>
              <a:defRPr sz="3200" kern="1200">
                <a:solidFill>
                  <a:schemeClr val="tx1"/>
                </a:solidFill>
                <a:latin typeface="+mj-lt"/>
                <a:ea typeface="+mj-ea"/>
                <a:cs typeface="+mj-cs"/>
              </a:defRPr>
            </a:lvl1pPr>
          </a:lstStyle>
          <a:p>
            <a:pPr marL="0" lvl="0" indent="0" algn="l" rtl="0">
              <a:lnSpc>
                <a:spcPct val="85000"/>
              </a:lnSpc>
              <a:spcBef>
                <a:spcPts val="0"/>
              </a:spcBef>
              <a:spcAft>
                <a:spcPts val="0"/>
              </a:spcAft>
              <a:buClr>
                <a:schemeClr val="lt1"/>
              </a:buClr>
              <a:buSzPts val="3200"/>
              <a:buNone/>
            </a:pPr>
            <a:endParaRPr lang="fr-FR" dirty="0">
              <a:solidFill>
                <a:schemeClr val="lt1"/>
              </a:solidFill>
            </a:endParaRPr>
          </a:p>
        </p:txBody>
      </p:sp>
      <p:sp>
        <p:nvSpPr>
          <p:cNvPr id="3" name="Google Shape;21;p49">
            <a:extLst>
              <a:ext uri="{FF2B5EF4-FFF2-40B4-BE49-F238E27FC236}">
                <a16:creationId xmlns:a16="http://schemas.microsoft.com/office/drawing/2014/main" id="{B1D32F0E-6DF7-D143-7EB2-27102519014B}"/>
              </a:ext>
            </a:extLst>
          </p:cNvPr>
          <p:cNvSpPr/>
          <p:nvPr userDrawn="1"/>
        </p:nvSpPr>
        <p:spPr>
          <a:xfrm>
            <a:off x="1074344" y="1005322"/>
            <a:ext cx="10674668" cy="436560"/>
          </a:xfrm>
          <a:prstGeom prst="rect">
            <a:avLst/>
          </a:prstGeom>
          <a:solidFill>
            <a:srgbClr val="F2F2F2"/>
          </a:solidFill>
          <a:ln>
            <a:noFill/>
          </a:ln>
        </p:spPr>
        <p:txBody>
          <a:bodyPr spcFirstLastPara="1" wrap="square" lIns="91425" tIns="45700" rIns="91425" bIns="45700" anchor="ctr"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lang="fr-FR" sz="1800" b="0" i="0" u="none" strike="noStrike" kern="0" cap="none" spc="80" normalizeH="0" baseline="0" noProof="0" dirty="0">
              <a:ln>
                <a:noFill/>
              </a:ln>
              <a:solidFill>
                <a:srgbClr val="000000"/>
              </a:solidFill>
              <a:effectLst/>
              <a:uLnTx/>
              <a:uFillTx/>
              <a:latin typeface="Arial"/>
              <a:ea typeface="Calibri Light"/>
              <a:cs typeface="Calibri Light"/>
              <a:sym typeface="Arial"/>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Three Content - Subtitle" userDrawn="1">
  <p:cSld name="Three Content - Subtitle">
    <p:spTree>
      <p:nvGrpSpPr>
        <p:cNvPr id="1" name="Shape 316"/>
        <p:cNvGrpSpPr/>
        <p:nvPr/>
      </p:nvGrpSpPr>
      <p:grpSpPr>
        <a:xfrm>
          <a:off x="0" y="0"/>
          <a:ext cx="0" cy="0"/>
          <a:chOff x="0" y="0"/>
          <a:chExt cx="0" cy="0"/>
        </a:xfrm>
      </p:grpSpPr>
      <p:sp>
        <p:nvSpPr>
          <p:cNvPr id="317" name="Google Shape;317;p94"/>
          <p:cNvSpPr txBox="1">
            <a:spLocks noGrp="1"/>
          </p:cNvSpPr>
          <p:nvPr>
            <p:ph type="body" idx="1"/>
          </p:nvPr>
        </p:nvSpPr>
        <p:spPr>
          <a:xfrm>
            <a:off x="442913" y="2103439"/>
            <a:ext cx="3528900" cy="40689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accent1"/>
              </a:buClr>
              <a:buSzPts val="1800"/>
              <a:buNone/>
              <a:defRPr/>
            </a:lvl1pPr>
            <a:lvl2pPr marL="914400" lvl="1" indent="-228600" algn="l">
              <a:lnSpc>
                <a:spcPct val="100000"/>
              </a:lnSpc>
              <a:spcBef>
                <a:spcPts val="1200"/>
              </a:spcBef>
              <a:spcAft>
                <a:spcPts val="0"/>
              </a:spcAft>
              <a:buClr>
                <a:schemeClr val="dk1"/>
              </a:buClr>
              <a:buSzPts val="1800"/>
              <a:buNone/>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30200" algn="l">
              <a:lnSpc>
                <a:spcPct val="100000"/>
              </a:lnSpc>
              <a:spcBef>
                <a:spcPts val="600"/>
              </a:spcBef>
              <a:spcAft>
                <a:spcPts val="0"/>
              </a:spcAft>
              <a:buClr>
                <a:schemeClr val="dk1"/>
              </a:buClr>
              <a:buSzPts val="1600"/>
              <a:buChar char="•"/>
              <a:defRPr/>
            </a:lvl5pPr>
            <a:lvl6pPr marL="2743200" lvl="5" indent="-342900" algn="l">
              <a:lnSpc>
                <a:spcPct val="100000"/>
              </a:lnSpc>
              <a:spcBef>
                <a:spcPts val="600"/>
              </a:spcBef>
              <a:spcAft>
                <a:spcPts val="0"/>
              </a:spcAft>
              <a:buClr>
                <a:schemeClr val="dk1"/>
              </a:buClr>
              <a:buSzPts val="1800"/>
              <a:buChar char="–"/>
              <a:defRPr/>
            </a:lvl6pPr>
            <a:lvl7pPr marL="3200400" lvl="6" indent="-342900" algn="l">
              <a:lnSpc>
                <a:spcPct val="100000"/>
              </a:lnSpc>
              <a:spcBef>
                <a:spcPts val="600"/>
              </a:spcBef>
              <a:spcAft>
                <a:spcPts val="0"/>
              </a:spcAft>
              <a:buClr>
                <a:schemeClr val="dk1"/>
              </a:buClr>
              <a:buSzPts val="1800"/>
              <a:buChar char="•"/>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600"/>
              </a:spcAft>
              <a:buClr>
                <a:schemeClr val="dk1"/>
              </a:buClr>
              <a:buSzPts val="1800"/>
              <a:buChar char="•"/>
              <a:defRPr/>
            </a:lvl9pPr>
          </a:lstStyle>
          <a:p>
            <a:endParaRPr/>
          </a:p>
        </p:txBody>
      </p:sp>
      <p:sp>
        <p:nvSpPr>
          <p:cNvPr id="318" name="Google Shape;318;p94"/>
          <p:cNvSpPr txBox="1">
            <a:spLocks noGrp="1"/>
          </p:cNvSpPr>
          <p:nvPr>
            <p:ph type="body" idx="2"/>
          </p:nvPr>
        </p:nvSpPr>
        <p:spPr>
          <a:xfrm>
            <a:off x="4332288" y="2103439"/>
            <a:ext cx="3528900" cy="40689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accent1"/>
              </a:buClr>
              <a:buSzPts val="1800"/>
              <a:buNone/>
              <a:defRPr/>
            </a:lvl1pPr>
            <a:lvl2pPr marL="914400" lvl="1" indent="-228600" algn="l">
              <a:lnSpc>
                <a:spcPct val="100000"/>
              </a:lnSpc>
              <a:spcBef>
                <a:spcPts val="1200"/>
              </a:spcBef>
              <a:spcAft>
                <a:spcPts val="0"/>
              </a:spcAft>
              <a:buClr>
                <a:schemeClr val="dk1"/>
              </a:buClr>
              <a:buSzPts val="1800"/>
              <a:buNone/>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30200" algn="l">
              <a:lnSpc>
                <a:spcPct val="100000"/>
              </a:lnSpc>
              <a:spcBef>
                <a:spcPts val="600"/>
              </a:spcBef>
              <a:spcAft>
                <a:spcPts val="0"/>
              </a:spcAft>
              <a:buClr>
                <a:schemeClr val="dk1"/>
              </a:buClr>
              <a:buSzPts val="1600"/>
              <a:buChar char="•"/>
              <a:defRPr/>
            </a:lvl5pPr>
            <a:lvl6pPr marL="2743200" lvl="5" indent="-342900" algn="l">
              <a:lnSpc>
                <a:spcPct val="100000"/>
              </a:lnSpc>
              <a:spcBef>
                <a:spcPts val="600"/>
              </a:spcBef>
              <a:spcAft>
                <a:spcPts val="0"/>
              </a:spcAft>
              <a:buClr>
                <a:schemeClr val="dk1"/>
              </a:buClr>
              <a:buSzPts val="1800"/>
              <a:buChar char="–"/>
              <a:defRPr/>
            </a:lvl6pPr>
            <a:lvl7pPr marL="3200400" lvl="6" indent="-342900" algn="l">
              <a:lnSpc>
                <a:spcPct val="100000"/>
              </a:lnSpc>
              <a:spcBef>
                <a:spcPts val="600"/>
              </a:spcBef>
              <a:spcAft>
                <a:spcPts val="0"/>
              </a:spcAft>
              <a:buClr>
                <a:schemeClr val="dk1"/>
              </a:buClr>
              <a:buSzPts val="1800"/>
              <a:buChar char="•"/>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600"/>
              </a:spcAft>
              <a:buClr>
                <a:schemeClr val="dk1"/>
              </a:buClr>
              <a:buSzPts val="1800"/>
              <a:buChar char="•"/>
              <a:defRPr/>
            </a:lvl9pPr>
          </a:lstStyle>
          <a:p>
            <a:endParaRPr/>
          </a:p>
        </p:txBody>
      </p:sp>
      <p:sp>
        <p:nvSpPr>
          <p:cNvPr id="319" name="Google Shape;319;p94"/>
          <p:cNvSpPr txBox="1">
            <a:spLocks noGrp="1"/>
          </p:cNvSpPr>
          <p:nvPr>
            <p:ph type="body" idx="3"/>
          </p:nvPr>
        </p:nvSpPr>
        <p:spPr>
          <a:xfrm>
            <a:off x="8220076" y="2103439"/>
            <a:ext cx="3528900" cy="40689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accent1"/>
              </a:buClr>
              <a:buSzPts val="1800"/>
              <a:buNone/>
              <a:defRPr/>
            </a:lvl1pPr>
            <a:lvl2pPr marL="914400" lvl="1" indent="-228600" algn="l">
              <a:lnSpc>
                <a:spcPct val="100000"/>
              </a:lnSpc>
              <a:spcBef>
                <a:spcPts val="1200"/>
              </a:spcBef>
              <a:spcAft>
                <a:spcPts val="0"/>
              </a:spcAft>
              <a:buClr>
                <a:schemeClr val="dk1"/>
              </a:buClr>
              <a:buSzPts val="1800"/>
              <a:buNone/>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30200" algn="l">
              <a:lnSpc>
                <a:spcPct val="100000"/>
              </a:lnSpc>
              <a:spcBef>
                <a:spcPts val="600"/>
              </a:spcBef>
              <a:spcAft>
                <a:spcPts val="0"/>
              </a:spcAft>
              <a:buClr>
                <a:schemeClr val="dk1"/>
              </a:buClr>
              <a:buSzPts val="1600"/>
              <a:buChar char="•"/>
              <a:defRPr/>
            </a:lvl5pPr>
            <a:lvl6pPr marL="2743200" lvl="5" indent="-342900" algn="l">
              <a:lnSpc>
                <a:spcPct val="100000"/>
              </a:lnSpc>
              <a:spcBef>
                <a:spcPts val="600"/>
              </a:spcBef>
              <a:spcAft>
                <a:spcPts val="0"/>
              </a:spcAft>
              <a:buClr>
                <a:schemeClr val="dk1"/>
              </a:buClr>
              <a:buSzPts val="1800"/>
              <a:buChar char="–"/>
              <a:defRPr/>
            </a:lvl6pPr>
            <a:lvl7pPr marL="3200400" lvl="6" indent="-342900" algn="l">
              <a:lnSpc>
                <a:spcPct val="100000"/>
              </a:lnSpc>
              <a:spcBef>
                <a:spcPts val="600"/>
              </a:spcBef>
              <a:spcAft>
                <a:spcPts val="0"/>
              </a:spcAft>
              <a:buClr>
                <a:schemeClr val="dk1"/>
              </a:buClr>
              <a:buSzPts val="1800"/>
              <a:buChar char="•"/>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600"/>
              </a:spcAft>
              <a:buClr>
                <a:schemeClr val="dk1"/>
              </a:buClr>
              <a:buSzPts val="1800"/>
              <a:buChar char="•"/>
              <a:defRPr/>
            </a:lvl9pPr>
          </a:lstStyle>
          <a:p>
            <a:endParaRPr/>
          </a:p>
        </p:txBody>
      </p:sp>
      <p:sp>
        <p:nvSpPr>
          <p:cNvPr id="321" name="Google Shape;321;p94"/>
          <p:cNvSpPr txBox="1">
            <a:spLocks noGrp="1"/>
          </p:cNvSpPr>
          <p:nvPr>
            <p:ph type="sldNum" idx="12"/>
          </p:nvPr>
        </p:nvSpPr>
        <p:spPr>
          <a:xfrm>
            <a:off x="9984296" y="6492240"/>
            <a:ext cx="1764900" cy="137100"/>
          </a:xfrm>
          <a:prstGeom prst="rect">
            <a:avLst/>
          </a:prstGeom>
          <a:noFill/>
          <a:ln>
            <a:noFill/>
          </a:ln>
        </p:spPr>
        <p:txBody>
          <a:bodyPr spcFirstLastPara="1" wrap="square" lIns="0" tIns="0" rIns="0" bIns="0" anchor="b" anchorCtr="0">
            <a:noAutofit/>
          </a:bodyPr>
          <a:lstStyle>
            <a:lvl1pPr marL="0" marR="0" lvl="0"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dirty="0"/>
          </a:p>
        </p:txBody>
      </p:sp>
      <p:sp>
        <p:nvSpPr>
          <p:cNvPr id="323" name="Google Shape;323;p94"/>
          <p:cNvSpPr txBox="1">
            <a:spLocks noGrp="1"/>
          </p:cNvSpPr>
          <p:nvPr>
            <p:ph type="dt" idx="10"/>
          </p:nvPr>
        </p:nvSpPr>
        <p:spPr>
          <a:xfrm>
            <a:off x="9984296" y="6355080"/>
            <a:ext cx="1764900" cy="137100"/>
          </a:xfrm>
          <a:prstGeom prst="rect">
            <a:avLst/>
          </a:prstGeom>
          <a:noFill/>
          <a:ln>
            <a:noFill/>
          </a:ln>
        </p:spPr>
        <p:txBody>
          <a:bodyPr spcFirstLastPara="1" wrap="square" lIns="0" tIns="0" rIns="0" bIns="0" anchor="b"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324" name="Google Shape;324;p94"/>
          <p:cNvSpPr txBox="1">
            <a:spLocks noGrp="1"/>
          </p:cNvSpPr>
          <p:nvPr>
            <p:ph type="ftr" idx="11"/>
          </p:nvPr>
        </p:nvSpPr>
        <p:spPr>
          <a:xfrm>
            <a:off x="442912" y="6355080"/>
            <a:ext cx="5473800" cy="137100"/>
          </a:xfrm>
          <a:prstGeom prst="rect">
            <a:avLst/>
          </a:prstGeom>
          <a:noFill/>
          <a:ln>
            <a:noFill/>
          </a:ln>
        </p:spPr>
        <p:txBody>
          <a:bodyPr spcFirstLastPara="1" wrap="square" lIns="0" tIns="0" rIns="0" bIns="0" anchor="b"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2" name="Google Shape;997;p6">
            <a:extLst>
              <a:ext uri="{FF2B5EF4-FFF2-40B4-BE49-F238E27FC236}">
                <a16:creationId xmlns:a16="http://schemas.microsoft.com/office/drawing/2014/main" id="{B2B4D4E7-7A91-B63B-229F-ABA132DE9B91}"/>
              </a:ext>
            </a:extLst>
          </p:cNvPr>
          <p:cNvSpPr txBox="1">
            <a:spLocks noGrp="1"/>
          </p:cNvSpPr>
          <p:nvPr userDrawn="1"/>
        </p:nvSpPr>
        <p:spPr>
          <a:xfrm>
            <a:off x="442913" y="430514"/>
            <a:ext cx="11306174" cy="576000"/>
          </a:xfrm>
          <a:prstGeom prst="rect">
            <a:avLst/>
          </a:prstGeom>
          <a:solidFill>
            <a:schemeClr val="tx1"/>
          </a:solidFill>
          <a:ln>
            <a:noFill/>
          </a:ln>
        </p:spPr>
        <p:txBody>
          <a:bodyPr spcFirstLastPara="1" vert="horz" wrap="square" lIns="72000" tIns="72000" rIns="72000" bIns="72000" rtlCol="0" anchor="t" anchorCtr="0">
            <a:noAutofit/>
          </a:bodyPr>
          <a:lstStyle>
            <a:lvl1pPr algn="l" defTabSz="914400" rtl="0" eaLnBrk="1" latinLnBrk="0" hangingPunct="1">
              <a:lnSpc>
                <a:spcPct val="85000"/>
              </a:lnSpc>
              <a:spcBef>
                <a:spcPct val="0"/>
              </a:spcBef>
              <a:buNone/>
              <a:defRPr sz="3200" kern="1200">
                <a:solidFill>
                  <a:schemeClr val="tx1"/>
                </a:solidFill>
                <a:latin typeface="+mj-lt"/>
                <a:ea typeface="+mj-ea"/>
                <a:cs typeface="+mj-cs"/>
              </a:defRPr>
            </a:lvl1pPr>
          </a:lstStyle>
          <a:p>
            <a:pPr marL="0" lvl="0" indent="0" algn="l" rtl="0">
              <a:lnSpc>
                <a:spcPct val="85000"/>
              </a:lnSpc>
              <a:spcBef>
                <a:spcPts val="0"/>
              </a:spcBef>
              <a:spcAft>
                <a:spcPts val="0"/>
              </a:spcAft>
              <a:buClr>
                <a:schemeClr val="lt1"/>
              </a:buClr>
              <a:buSzPts val="3200"/>
              <a:buNone/>
            </a:pPr>
            <a:endParaRPr lang="fr-FR" dirty="0">
              <a:solidFill>
                <a:schemeClr val="lt1"/>
              </a:solidFill>
            </a:endParaRPr>
          </a:p>
        </p:txBody>
      </p:sp>
      <p:sp>
        <p:nvSpPr>
          <p:cNvPr id="3" name="Google Shape;21;p49">
            <a:extLst>
              <a:ext uri="{FF2B5EF4-FFF2-40B4-BE49-F238E27FC236}">
                <a16:creationId xmlns:a16="http://schemas.microsoft.com/office/drawing/2014/main" id="{55FC3BBE-3293-B60F-E7E1-69D0FFF3523E}"/>
              </a:ext>
            </a:extLst>
          </p:cNvPr>
          <p:cNvSpPr/>
          <p:nvPr userDrawn="1"/>
        </p:nvSpPr>
        <p:spPr>
          <a:xfrm>
            <a:off x="1074344" y="1005322"/>
            <a:ext cx="10674668" cy="436560"/>
          </a:xfrm>
          <a:prstGeom prst="rect">
            <a:avLst/>
          </a:prstGeom>
          <a:solidFill>
            <a:srgbClr val="F2F2F2"/>
          </a:solidFill>
          <a:ln>
            <a:noFill/>
          </a:ln>
        </p:spPr>
        <p:txBody>
          <a:bodyPr spcFirstLastPara="1" wrap="square" lIns="91425" tIns="45700" rIns="91425" bIns="45700" anchor="ctr"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lang="fr-FR" sz="1800" b="0" i="0" u="none" strike="noStrike" kern="0" cap="none" spc="80" normalizeH="0" baseline="0" noProof="0" dirty="0">
              <a:ln>
                <a:noFill/>
              </a:ln>
              <a:solidFill>
                <a:srgbClr val="000000"/>
              </a:solidFill>
              <a:effectLst/>
              <a:uLnTx/>
              <a:uFillTx/>
              <a:latin typeface="Arial"/>
              <a:ea typeface="Calibri Light"/>
              <a:cs typeface="Calibri Light"/>
              <a:sym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18" Type="http://schemas.openxmlformats.org/officeDocument/2006/relationships/slideLayout" Target="../slideLayouts/slideLayout3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17" Type="http://schemas.openxmlformats.org/officeDocument/2006/relationships/slideLayout" Target="../slideLayouts/slideLayout29.xml"/><Relationship Id="rId2" Type="http://schemas.openxmlformats.org/officeDocument/2006/relationships/slideLayout" Target="../slideLayouts/slideLayout14.xml"/><Relationship Id="rId16" Type="http://schemas.openxmlformats.org/officeDocument/2006/relationships/slideLayout" Target="../slideLayouts/slideLayout28.xml"/><Relationship Id="rId20" Type="http://schemas.openxmlformats.org/officeDocument/2006/relationships/theme" Target="../theme/theme2.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slideLayout" Target="../slideLayouts/slideLayout27.xml"/><Relationship Id="rId10" Type="http://schemas.openxmlformats.org/officeDocument/2006/relationships/slideLayout" Target="../slideLayouts/slideLayout22.xml"/><Relationship Id="rId19" Type="http://schemas.openxmlformats.org/officeDocument/2006/relationships/slideLayout" Target="../slideLayouts/slideLayout31.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slideLayout" Target="../slideLayouts/slideLayout2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GB"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marL="0" lvl="0" indent="0" algn="r" rtl="0">
              <a:spcBef>
                <a:spcPts val="0"/>
              </a:spcBef>
              <a:spcAft>
                <a:spcPts val="0"/>
              </a:spcAft>
              <a:buNone/>
            </a:pPr>
            <a:fld id="{00000000-1234-1234-1234-123412341234}" type="slidenum">
              <a:rPr lang="en-US" smtClean="0"/>
              <a:t>‹#›</a:t>
            </a:fld>
            <a:endParaRPr lang="en-US" dirty="0"/>
          </a:p>
        </p:txBody>
      </p:sp>
      <p:sp>
        <p:nvSpPr>
          <p:cNvPr id="7" name="Google Shape;13;p47">
            <a:extLst>
              <a:ext uri="{FF2B5EF4-FFF2-40B4-BE49-F238E27FC236}">
                <a16:creationId xmlns:a16="http://schemas.microsoft.com/office/drawing/2014/main" id="{A739B175-3457-9056-E753-762C20CA0182}"/>
              </a:ext>
            </a:extLst>
          </p:cNvPr>
          <p:cNvSpPr txBox="1"/>
          <p:nvPr userDrawn="1"/>
        </p:nvSpPr>
        <p:spPr>
          <a:xfrm>
            <a:off x="442913" y="6492240"/>
            <a:ext cx="6011862" cy="137100"/>
          </a:xfrm>
          <a:prstGeom prst="rect">
            <a:avLst/>
          </a:prstGeom>
          <a:noFill/>
          <a:ln>
            <a:noFill/>
          </a:ln>
        </p:spPr>
        <p:txBody>
          <a:bodyPr spcFirstLastPara="1" wrap="square" lIns="0" tIns="0" rIns="0" bIns="0" anchor="b"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kumimoji="0" lang="fr-FR" sz="750" b="0" i="0" u="none" strike="noStrike" kern="0" cap="none" spc="0" normalizeH="0" baseline="0" noProof="0" dirty="0">
                <a:ln>
                  <a:noFill/>
                </a:ln>
                <a:solidFill>
                  <a:srgbClr val="000000"/>
                </a:solidFill>
                <a:effectLst/>
                <a:uLnTx/>
                <a:uFillTx/>
                <a:latin typeface="Arial"/>
                <a:cs typeface="Arial"/>
                <a:sym typeface="Arial"/>
              </a:rPr>
              <a:t>[ENTITY_2]│Proposition commerciale – Conseil à la Direction des systèmes d'information​</a:t>
            </a:r>
            <a:endParaRPr kumimoji="0" lang="fr-FR" sz="750" b="0" i="0" u="none" strike="noStrike" kern="0" cap="none" spc="0" normalizeH="0" baseline="0" noProof="0" dirty="0">
              <a:ln>
                <a:noFill/>
              </a:ln>
              <a:solidFill>
                <a:srgbClr val="D04A02"/>
              </a:solidFill>
              <a:effectLst/>
              <a:uLnTx/>
              <a:uFillTx/>
              <a:latin typeface="Arial"/>
              <a:cs typeface="Arial"/>
              <a:sym typeface="Arial"/>
            </a:endParaRPr>
          </a:p>
        </p:txBody>
      </p:sp>
    </p:spTree>
    <p:extLst>
      <p:ext uri="{BB962C8B-B14F-4D97-AF65-F5344CB8AC3E}">
        <p14:creationId xmlns:p14="http://schemas.microsoft.com/office/powerpoint/2010/main" val="1888467645"/>
      </p:ext>
    </p:extLst>
  </p:cSld>
  <p:clrMap bg1="lt1" tx1="dk1" bg2="lt2" tx2="dk2" accent1="accent1" accent2="accent2" accent3="accent3" accent4="accent4" accent5="accent5" accent6="accent6" hlink="hlink" folHlink="folHlink"/>
  <p:sldLayoutIdLst>
    <p:sldLayoutId id="2147483914" r:id="rId1"/>
    <p:sldLayoutId id="2147483915" r:id="rId2"/>
    <p:sldLayoutId id="2147483916" r:id="rId3"/>
    <p:sldLayoutId id="2147483917" r:id="rId4"/>
    <p:sldLayoutId id="2147483918" r:id="rId5"/>
    <p:sldLayoutId id="2147483919" r:id="rId6"/>
    <p:sldLayoutId id="2147483920" r:id="rId7"/>
    <p:sldLayoutId id="2147483921" r:id="rId8"/>
    <p:sldLayoutId id="2147483922" r:id="rId9"/>
    <p:sldLayoutId id="2147483923" r:id="rId10"/>
    <p:sldLayoutId id="2147483924" r:id="rId11"/>
    <p:sldLayoutId id="2147483925" r:id="rId1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24128" y="2286000"/>
            <a:ext cx="9720073" cy="4023360"/>
          </a:xfrm>
          <a:prstGeom prst="rect">
            <a:avLst/>
          </a:prstGeom>
        </p:spPr>
        <p:txBody>
          <a:bodyPr vert="horz" lIns="45720" tIns="45720" rIns="4572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24129" y="6470704"/>
            <a:ext cx="215414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endParaRPr lang="en-GB" dirty="0"/>
          </a:p>
        </p:txBody>
      </p:sp>
      <p:sp>
        <p:nvSpPr>
          <p:cNvPr id="5" name="Footer Placeholder 4"/>
          <p:cNvSpPr>
            <a:spLocks noGrp="1"/>
          </p:cNvSpPr>
          <p:nvPr>
            <p:ph type="ftr" sz="quarter" idx="3"/>
          </p:nvPr>
        </p:nvSpPr>
        <p:spPr>
          <a:xfrm>
            <a:off x="4842932"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endParaRPr lang="en-GB" dirty="0"/>
          </a:p>
        </p:txBody>
      </p:sp>
      <p:sp>
        <p:nvSpPr>
          <p:cNvPr id="6" name="Slide Number Placeholder 5"/>
          <p:cNvSpPr>
            <a:spLocks noGrp="1"/>
          </p:cNvSpPr>
          <p:nvPr>
            <p:ph type="sldNum" sz="quarter" idx="4"/>
          </p:nvPr>
        </p:nvSpPr>
        <p:spPr>
          <a:xfrm>
            <a:off x="10837333" y="6470704"/>
            <a:ext cx="97366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pPr marL="0" lvl="0" indent="0" algn="r" rtl="0">
              <a:spcBef>
                <a:spcPts val="0"/>
              </a:spcBef>
              <a:spcAft>
                <a:spcPts val="0"/>
              </a:spcAft>
              <a:buNone/>
            </a:pPr>
            <a:fld id="{00000000-1234-1234-1234-123412341234}" type="slidenum">
              <a:rPr lang="en-US" smtClean="0"/>
              <a:t>‹#›</a:t>
            </a:fld>
            <a:endParaRPr lang="en-US" dirty="0"/>
          </a:p>
        </p:txBody>
      </p:sp>
      <p:cxnSp>
        <p:nvCxnSpPr>
          <p:cNvPr id="7" name="Straight Connector 6"/>
          <p:cNvCxnSpPr/>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8" name="Google Shape;13;p47">
            <a:extLst>
              <a:ext uri="{FF2B5EF4-FFF2-40B4-BE49-F238E27FC236}">
                <a16:creationId xmlns:a16="http://schemas.microsoft.com/office/drawing/2014/main" id="{C710D82E-4472-707D-B4A3-5E8CA13B0934}"/>
              </a:ext>
            </a:extLst>
          </p:cNvPr>
          <p:cNvSpPr txBox="1"/>
          <p:nvPr userDrawn="1"/>
        </p:nvSpPr>
        <p:spPr>
          <a:xfrm>
            <a:off x="442913" y="6492240"/>
            <a:ext cx="6011862" cy="137100"/>
          </a:xfrm>
          <a:prstGeom prst="rect">
            <a:avLst/>
          </a:prstGeom>
          <a:noFill/>
          <a:ln>
            <a:noFill/>
          </a:ln>
        </p:spPr>
        <p:txBody>
          <a:bodyPr spcFirstLastPara="1" wrap="square" lIns="0" tIns="0" rIns="0" bIns="0" anchor="b"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kumimoji="0" lang="fr-FR" sz="750" b="0" i="0" u="none" strike="noStrike" kern="0" cap="none" spc="0" normalizeH="0" baseline="0" noProof="0" dirty="0">
                <a:ln>
                  <a:noFill/>
                </a:ln>
                <a:solidFill>
                  <a:srgbClr val="000000"/>
                </a:solidFill>
                <a:effectLst/>
                <a:uLnTx/>
                <a:uFillTx/>
                <a:latin typeface="Arial"/>
                <a:cs typeface="Arial"/>
                <a:sym typeface="Arial"/>
              </a:rPr>
              <a:t>[ENTITY_2]│Appui à la définition du modèle opérationnel cible de la DSI</a:t>
            </a:r>
          </a:p>
        </p:txBody>
      </p:sp>
    </p:spTree>
    <p:extLst>
      <p:ext uri="{BB962C8B-B14F-4D97-AF65-F5344CB8AC3E}">
        <p14:creationId xmlns:p14="http://schemas.microsoft.com/office/powerpoint/2010/main" val="2360368494"/>
      </p:ext>
    </p:extLst>
  </p:cSld>
  <p:clrMap bg1="lt1" tx1="dk1" bg2="lt2" tx2="dk2" accent1="accent1" accent2="accent2" accent3="accent3" accent4="accent4" accent5="accent5" accent6="accent6" hlink="hlink" folHlink="folHlink"/>
  <p:sldLayoutIdLst>
    <p:sldLayoutId id="2147483927" r:id="rId1"/>
    <p:sldLayoutId id="2147483928" r:id="rId2"/>
    <p:sldLayoutId id="2147483929" r:id="rId3"/>
    <p:sldLayoutId id="2147483930" r:id="rId4"/>
    <p:sldLayoutId id="2147483931" r:id="rId5"/>
    <p:sldLayoutId id="2147483932" r:id="rId6"/>
    <p:sldLayoutId id="2147483933" r:id="rId7"/>
    <p:sldLayoutId id="2147483934" r:id="rId8"/>
    <p:sldLayoutId id="2147483935" r:id="rId9"/>
    <p:sldLayoutId id="2147483936" r:id="rId10"/>
    <p:sldLayoutId id="2147483937" r:id="rId11"/>
    <p:sldLayoutId id="2147483938" r:id="rId12"/>
    <p:sldLayoutId id="2147483939" r:id="rId13"/>
    <p:sldLayoutId id="2147483653" r:id="rId14"/>
    <p:sldLayoutId id="2147483655" r:id="rId15"/>
    <p:sldLayoutId id="2147483656" r:id="rId16"/>
    <p:sldLayoutId id="2147483657" r:id="rId17"/>
    <p:sldLayoutId id="2147483658" r:id="rId18"/>
    <p:sldLayoutId id="2147483693" r:id="rId19"/>
  </p:sldLayoutIdLst>
  <p:hf hdr="0" ftr="0" dt="0"/>
  <p:txStyles>
    <p:title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Layout" Target="../slideLayouts/slideLayout24.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4.xml"/><Relationship Id="rId5" Type="http://schemas.microsoft.com/office/2007/relationships/hdphoto" Target="../media/hdphoto1.wdp"/><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4.xml"/><Relationship Id="rId5" Type="http://schemas.microsoft.com/office/2007/relationships/hdphoto" Target="../media/hdphoto1.wdp"/><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6.svg"/><Relationship Id="rId7" Type="http://schemas.microsoft.com/office/2007/relationships/hdphoto" Target="../media/hdphoto1.wdp"/><Relationship Id="rId2" Type="http://schemas.openxmlformats.org/officeDocument/2006/relationships/notesSlide" Target="../notesSlides/notesSlide4.xml"/><Relationship Id="rId1" Type="http://schemas.openxmlformats.org/officeDocument/2006/relationships/slideLayout" Target="../slideLayouts/slideLayout24.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7.sv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5.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02"/>
        <p:cNvGrpSpPr/>
        <p:nvPr/>
      </p:nvGrpSpPr>
      <p:grpSpPr>
        <a:xfrm>
          <a:off x="0" y="0"/>
          <a:ext cx="1" cy="1"/>
          <a:chOff x="0" y="0"/>
          <a:chExt cx="1" cy="1"/>
        </a:xfrm>
      </p:grpSpPr>
      <p:pic>
        <p:nvPicPr>
          <p:cNvPr id="4" name="Picture 3">
            <a:extLst>
              <a:ext uri="{FF2B5EF4-FFF2-40B4-BE49-F238E27FC236}">
                <a16:creationId xmlns:a16="http://schemas.microsoft.com/office/drawing/2014/main" id="{DAE1D97D-D34E-1C10-24B7-2DCC306E8250}"/>
              </a:ext>
            </a:extLst>
          </p:cNvPr>
          <p:cNvPicPr>
            <a:picLocks noChangeAspect="1"/>
          </p:cNvPicPr>
          <p:nvPr/>
        </p:nvPicPr>
        <p:blipFill rotWithShape="1">
          <a:blip r:embed="rId3" cstate="print">
            <a:extLst>
              <a:ext uri="{28A0092B-C50C-407E-A947-70E740481C1C}">
                <a14:useLocalDpi xmlns:a14="http://schemas.microsoft.com/office/drawing/2010/main"/>
              </a:ext>
            </a:extLst>
          </a:blip>
          <a:srcRect/>
          <a:stretch/>
        </p:blipFill>
        <p:spPr>
          <a:xfrm>
            <a:off x="4166439" y="0"/>
            <a:ext cx="8025561" cy="5452111"/>
          </a:xfrm>
          <a:prstGeom prst="rect">
            <a:avLst/>
          </a:prstGeom>
        </p:spPr>
      </p:pic>
      <p:sp>
        <p:nvSpPr>
          <p:cNvPr id="903" name="Google Shape;903;p1"/>
          <p:cNvSpPr/>
          <p:nvPr/>
        </p:nvSpPr>
        <p:spPr>
          <a:xfrm>
            <a:off x="0" y="3430964"/>
            <a:ext cx="3981300" cy="3426900"/>
          </a:xfrm>
          <a:prstGeom prst="rect">
            <a:avLst/>
          </a:prstGeom>
          <a:solidFill>
            <a:schemeClr val="accent6"/>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0" i="0" u="none" strike="noStrike" kern="0" cap="none" spc="0" normalizeH="0" baseline="0" noProof="0" dirty="0">
              <a:ln>
                <a:noFill/>
              </a:ln>
              <a:solidFill>
                <a:srgbClr val="FFFFFF"/>
              </a:solidFill>
              <a:effectLst/>
              <a:uLnTx/>
              <a:uFillTx/>
              <a:latin typeface="Arial"/>
              <a:ea typeface="Arial"/>
              <a:cs typeface="Arial"/>
              <a:sym typeface="Arial"/>
            </a:endParaRPr>
          </a:p>
        </p:txBody>
      </p:sp>
      <p:sp>
        <p:nvSpPr>
          <p:cNvPr id="904" name="Google Shape;904;p1"/>
          <p:cNvSpPr/>
          <p:nvPr/>
        </p:nvSpPr>
        <p:spPr>
          <a:xfrm>
            <a:off x="0" y="0"/>
            <a:ext cx="3981300" cy="32505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0" i="0" u="none" strike="noStrike" kern="0" cap="none" spc="0" normalizeH="0" baseline="0" noProof="0" dirty="0">
              <a:ln>
                <a:noFill/>
              </a:ln>
              <a:solidFill>
                <a:srgbClr val="FFFFFF"/>
              </a:solidFill>
              <a:effectLst/>
              <a:uLnTx/>
              <a:uFillTx/>
              <a:latin typeface="Arial"/>
              <a:ea typeface="Arial"/>
              <a:cs typeface="Arial"/>
              <a:sym typeface="Arial"/>
            </a:endParaRPr>
          </a:p>
        </p:txBody>
      </p:sp>
      <p:sp>
        <p:nvSpPr>
          <p:cNvPr id="910" name="Google Shape;910;p1"/>
          <p:cNvSpPr txBox="1"/>
          <p:nvPr/>
        </p:nvSpPr>
        <p:spPr>
          <a:xfrm>
            <a:off x="4166439" y="5045011"/>
            <a:ext cx="8025561" cy="407100"/>
          </a:xfrm>
          <a:prstGeom prst="rect">
            <a:avLst/>
          </a:prstGeom>
          <a:solidFill>
            <a:schemeClr val="accent1"/>
          </a:solidFill>
          <a:ln>
            <a:noFill/>
          </a:ln>
        </p:spPr>
        <p:txBody>
          <a:bodyPr spcFirstLastPara="1" wrap="square" lIns="72000" tIns="72000" rIns="72000" bIns="72000" anchor="b" anchorCtr="0">
            <a:noAutofit/>
          </a:bodyPr>
          <a:lstStyle/>
          <a:p>
            <a:pPr marL="0" marR="0" lvl="0" indent="0" algn="l" defTabSz="914400" rtl="0" eaLnBrk="1" fontAlgn="auto" latinLnBrk="0" hangingPunct="1">
              <a:lnSpc>
                <a:spcPct val="85000"/>
              </a:lnSpc>
              <a:spcBef>
                <a:spcPts val="0"/>
              </a:spcBef>
              <a:spcAft>
                <a:spcPts val="0"/>
              </a:spcAft>
              <a:buClr>
                <a:srgbClr val="FFFFFF"/>
              </a:buClr>
              <a:buSzPts val="2000"/>
              <a:buFont typeface="Arial"/>
              <a:buNone/>
              <a:tabLst/>
              <a:defRPr/>
            </a:pPr>
            <a:r>
              <a:t>[DATE_1]</a:t>
            </a:r>
            <a:endParaRPr kumimoji="0" sz="2000" b="0" i="0" u="none" strike="noStrike" kern="0" cap="none" spc="0" normalizeH="0" baseline="0" noProof="0" dirty="0">
              <a:ln>
                <a:noFill/>
              </a:ln>
              <a:solidFill>
                <a:srgbClr val="FFFFFF"/>
              </a:solidFill>
              <a:effectLst/>
              <a:uLnTx/>
              <a:uFillTx/>
              <a:latin typeface="Arial"/>
              <a:ea typeface="Arial"/>
              <a:cs typeface="Arial"/>
              <a:sym typeface="Arial"/>
            </a:endParaRPr>
          </a:p>
        </p:txBody>
      </p:sp>
      <p:sp>
        <p:nvSpPr>
          <p:cNvPr id="2" name="Google Shape;909;p1">
            <a:extLst>
              <a:ext uri="{FF2B5EF4-FFF2-40B4-BE49-F238E27FC236}">
                <a16:creationId xmlns:a16="http://schemas.microsoft.com/office/drawing/2014/main" id="{398F9C95-AE92-2F5B-29AD-B5E659C4CB6E}"/>
              </a:ext>
            </a:extLst>
          </p:cNvPr>
          <p:cNvSpPr txBox="1"/>
          <p:nvPr/>
        </p:nvSpPr>
        <p:spPr>
          <a:xfrm>
            <a:off x="1458954" y="2679953"/>
            <a:ext cx="6503946" cy="570551"/>
          </a:xfrm>
          <a:prstGeom prst="rect">
            <a:avLst/>
          </a:prstGeom>
          <a:solidFill>
            <a:schemeClr val="lt2"/>
          </a:solidFill>
          <a:ln>
            <a:noFill/>
          </a:ln>
        </p:spPr>
        <p:txBody>
          <a:bodyPr spcFirstLastPara="1" wrap="square" lIns="72000" tIns="72000" rIns="72000" bIns="720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2000"/>
              <a:buFont typeface="Arial"/>
              <a:buNone/>
              <a:tabLst/>
              <a:defRPr/>
            </a:pPr>
            <a:r>
              <a:rPr kumimoji="0" lang="fr-FR" sz="1600" b="0" i="0" u="none" strike="noStrike" kern="0" cap="none" spc="0" normalizeH="0" baseline="0" noProof="0" dirty="0">
                <a:ln>
                  <a:noFill/>
                </a:ln>
                <a:solidFill>
                  <a:srgbClr val="000000"/>
                </a:solidFill>
                <a:effectLst/>
                <a:uLnTx/>
                <a:uFillTx/>
                <a:latin typeface="Arial"/>
                <a:ea typeface="+mn-ea"/>
                <a:cs typeface="Arial"/>
                <a:sym typeface="Arial"/>
              </a:rPr>
              <a:t>Cadre organisationnel de collaboration entre la DSI et les métiers</a:t>
            </a:r>
          </a:p>
        </p:txBody>
      </p:sp>
      <p:sp>
        <p:nvSpPr>
          <p:cNvPr id="7" name="Google Shape;907;p1">
            <a:extLst>
              <a:ext uri="{FF2B5EF4-FFF2-40B4-BE49-F238E27FC236}">
                <a16:creationId xmlns:a16="http://schemas.microsoft.com/office/drawing/2014/main" id="{9667A991-EA41-341C-9DAC-522792B9FD4C}"/>
              </a:ext>
            </a:extLst>
          </p:cNvPr>
          <p:cNvSpPr txBox="1"/>
          <p:nvPr/>
        </p:nvSpPr>
        <p:spPr>
          <a:xfrm>
            <a:off x="1088000" y="2064354"/>
            <a:ext cx="10253100" cy="615600"/>
          </a:xfrm>
          <a:prstGeom prst="rect">
            <a:avLst/>
          </a:prstGeom>
          <a:solidFill>
            <a:schemeClr val="dk1"/>
          </a:solidFill>
          <a:ln>
            <a:noFill/>
          </a:ln>
        </p:spPr>
        <p:txBody>
          <a:bodyPr spcFirstLastPara="1" wrap="square" lIns="72000" tIns="72000" rIns="72000" bIns="72000" anchor="b" anchorCtr="0">
            <a:noAutofit/>
          </a:bodyPr>
          <a:lstStyle/>
          <a:p>
            <a:pPr marL="0" marR="0" lvl="0" indent="0" algn="l" defTabSz="914400" rtl="0" eaLnBrk="1" fontAlgn="auto" latinLnBrk="0" hangingPunct="1">
              <a:lnSpc>
                <a:spcPct val="85000"/>
              </a:lnSpc>
              <a:spcBef>
                <a:spcPts val="0"/>
              </a:spcBef>
              <a:spcAft>
                <a:spcPts val="0"/>
              </a:spcAft>
              <a:buClr>
                <a:srgbClr val="FFFFFF"/>
              </a:buClr>
              <a:buSzPts val="6000"/>
              <a:buFont typeface="Arial"/>
              <a:buNone/>
              <a:tabLst/>
              <a:defRPr/>
            </a:pPr>
            <a:r>
              <a:rPr kumimoji="0" lang="fr-FR" sz="3600" b="0" i="0" u="none" strike="noStrike" kern="0" cap="none" spc="0" normalizeH="0" baseline="0" noProof="0" dirty="0">
                <a:ln>
                  <a:noFill/>
                </a:ln>
                <a:solidFill>
                  <a:srgbClr val="FFFFFF"/>
                </a:solidFill>
                <a:effectLst/>
                <a:uLnTx/>
                <a:uFillTx/>
                <a:latin typeface="+mn-lt"/>
                <a:ea typeface="Georgia"/>
                <a:cs typeface="Georgia"/>
                <a:sym typeface="Georgia"/>
              </a:rPr>
              <a:t>Conseil à la direction des systèmes d'information</a:t>
            </a:r>
          </a:p>
        </p:txBody>
      </p:sp>
      <p:sp>
        <p:nvSpPr>
          <p:cNvPr id="913" name="Rounded Rectangle 912"/>
          <p:cNvSpPr/>
          <p:nvPr/>
        </p:nvSpPr>
        <p:spPr>
          <a:xfrm>
            <a:off x="8864600" y="5681441"/>
            <a:ext cx="3035300" cy="953198"/>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dirty="0">
                <a:solidFill>
                  <a:schemeClr val="tx1"/>
                </a:solidFill>
                <a:latin typeface="Arial"/>
              </a:rPr>
              <a:t>[</a:t>
            </a:r>
            <a:r>
              <a:rPr lang="en-GB" sz="1200" b="1" dirty="0">
                <a:solidFill>
                  <a:schemeClr val="tx1"/>
                </a:solidFill>
                <a:latin typeface="Arial"/>
              </a:rPr>
              <a:t>ENTI</a:t>
            </a:r>
            <a:r>
              <a:rPr sz="1200" b="1" dirty="0">
                <a:solidFill>
                  <a:schemeClr val="tx1"/>
                </a:solidFill>
                <a:latin typeface="Arial"/>
              </a:rPr>
              <a:t>TY</a:t>
            </a:r>
            <a:r>
              <a:rPr lang="fr-FR" sz="1200" b="1" dirty="0">
                <a:solidFill>
                  <a:schemeClr val="tx1"/>
                </a:solidFill>
                <a:latin typeface="Arial"/>
              </a:rPr>
              <a:t>_1</a:t>
            </a:r>
            <a:r>
              <a:rPr sz="1200" b="1" dirty="0">
                <a:solidFill>
                  <a:schemeClr val="tx1"/>
                </a:solidFill>
                <a:latin typeface="Arial"/>
              </a:rPr>
              <a:t>]</a:t>
            </a:r>
          </a:p>
        </p:txBody>
      </p:sp>
      <p:sp>
        <p:nvSpPr>
          <p:cNvPr id="3" name="TextBox 2">
            <a:extLst>
              <a:ext uri="{FF2B5EF4-FFF2-40B4-BE49-F238E27FC236}">
                <a16:creationId xmlns:a16="http://schemas.microsoft.com/office/drawing/2014/main" id="{BC6C59EE-B3E4-B4C0-8454-9E720C9187C0}"/>
              </a:ext>
            </a:extLst>
          </p:cNvPr>
          <p:cNvSpPr txBox="1"/>
          <p:nvPr/>
        </p:nvSpPr>
        <p:spPr>
          <a:xfrm>
            <a:off x="185139" y="5450000"/>
            <a:ext cx="1641475" cy="369332"/>
          </a:xfrm>
          <a:prstGeom prst="rect">
            <a:avLst/>
          </a:prstGeom>
          <a:noFill/>
        </p:spPr>
        <p:txBody>
          <a:bodyPr wrap="none" lIns="0" tIns="0" rIns="0" bIns="0">
            <a:spAutoFit/>
          </a:bodyPr>
          <a:lstStyle/>
          <a:p>
            <a:pPr algn="l"/>
            <a:r>
              <a:rPr lang="fr-FR" sz="2400" b="1" dirty="0">
                <a:solidFill>
                  <a:srgbClr val="FFFFFF"/>
                </a:solidFill>
                <a:latin typeface="Arial"/>
              </a:rPr>
              <a:t>[ENTITY_2]</a:t>
            </a:r>
            <a:endParaRPr sz="2400" b="1" dirty="0">
              <a:solidFill>
                <a:srgbClr val="FFFFFF"/>
              </a:solidFill>
              <a:latin typeface="Arial"/>
            </a:endParaRPr>
          </a:p>
        </p:txBody>
      </p:sp>
      <p:sp>
        <p:nvSpPr>
          <p:cNvPr id="5" name="Rounded Rectangle 58">
            <a:extLst>
              <a:ext uri="{FF2B5EF4-FFF2-40B4-BE49-F238E27FC236}">
                <a16:creationId xmlns:a16="http://schemas.microsoft.com/office/drawing/2014/main" id="{DDA42698-032F-AC1A-CB89-23B4656D2F08}"/>
              </a:ext>
            </a:extLst>
          </p:cNvPr>
          <p:cNvSpPr/>
          <p:nvPr/>
        </p:nvSpPr>
        <p:spPr>
          <a:xfrm>
            <a:off x="846279" y="5144414"/>
            <a:ext cx="795600" cy="774000"/>
          </a:xfrm>
          <a:prstGeom prst="rect">
            <a:avLst/>
          </a:prstGeom>
          <a:solidFill>
            <a:srgbClr val="F2F2F2"/>
          </a:solidFill>
          <a:ln>
            <a:solidFill>
              <a:srgbClr val="A0A0A0"/>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dirty="0">
                <a:solidFill>
                  <a:srgbClr val="464646"/>
                </a:solidFill>
                <a:latin typeface="Arial"/>
              </a:rPr>
              <a:t>[</a:t>
            </a:r>
            <a:r>
              <a:rPr lang="fr-FR" sz="1300" b="1" dirty="0">
                <a:solidFill>
                  <a:srgbClr val="464646"/>
                </a:solidFill>
                <a:latin typeface="Arial"/>
              </a:rPr>
              <a:t>ENTITY</a:t>
            </a:r>
            <a:r>
              <a:rPr sz="1300" b="1" dirty="0">
                <a:solidFill>
                  <a:srgbClr val="464646"/>
                </a:solidFill>
                <a:latin typeface="Arial"/>
              </a:rPr>
              <a:t>_</a:t>
            </a:r>
            <a:r>
              <a:rPr lang="fr-FR" sz="1300" b="1" dirty="0">
                <a:solidFill>
                  <a:srgbClr val="464646"/>
                </a:solidFill>
                <a:latin typeface="Arial"/>
              </a:rPr>
              <a:t>2</a:t>
            </a:r>
            <a:r>
              <a:rPr sz="1300" b="1" dirty="0">
                <a:solidFill>
                  <a:srgbClr val="464646"/>
                </a:solidFill>
                <a:latin typeface="Arial"/>
              </a:rPr>
              <a: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 cy="1"/>
          <a:chOff x="0" y="0"/>
          <a:chExt cx="1" cy="1"/>
        </a:xfrm>
      </p:grpSpPr>
      <p:sp>
        <p:nvSpPr>
          <p:cNvPr id="10" name="Google Shape;997;p6">
            <a:extLst>
              <a:ext uri="{FF2B5EF4-FFF2-40B4-BE49-F238E27FC236}">
                <a16:creationId xmlns:a16="http://schemas.microsoft.com/office/drawing/2014/main" id="{43866C17-4814-950F-138F-82263B798AFA}"/>
              </a:ext>
            </a:extLst>
          </p:cNvPr>
          <p:cNvSpPr txBox="1">
            <a:spLocks noGrp="1"/>
          </p:cNvSpPr>
          <p:nvPr/>
        </p:nvSpPr>
        <p:spPr>
          <a:xfrm>
            <a:off x="442913" y="430514"/>
            <a:ext cx="11306174" cy="576000"/>
          </a:xfrm>
          <a:prstGeom prst="rect">
            <a:avLst/>
          </a:prstGeom>
          <a:solidFill>
            <a:schemeClr val="tx1"/>
          </a:solidFill>
          <a:ln>
            <a:noFill/>
          </a:ln>
        </p:spPr>
        <p:txBody>
          <a:bodyPr spcFirstLastPara="1" vert="horz" wrap="square" lIns="72000" tIns="72000" rIns="72000" bIns="72000" rtlCol="0" anchor="t" anchorCtr="0">
            <a:noAutofit/>
          </a:bodyPr>
          <a:lstStyle>
            <a:lvl1pPr algn="l" defTabSz="914400" rtl="0" eaLnBrk="1" latinLnBrk="0" hangingPunct="1">
              <a:lnSpc>
                <a:spcPct val="85000"/>
              </a:lnSpc>
              <a:spcBef>
                <a:spcPct val="0"/>
              </a:spcBef>
              <a:buNone/>
              <a:defRPr sz="3200" kern="1200">
                <a:solidFill>
                  <a:schemeClr val="tx1"/>
                </a:solidFill>
                <a:latin typeface="+mj-lt"/>
                <a:ea typeface="+mj-ea"/>
                <a:cs typeface="+mj-cs"/>
              </a:defRPr>
            </a:lvl1pPr>
          </a:lstStyle>
          <a:p>
            <a:pPr marL="0" lvl="0" indent="0" algn="l" rtl="0">
              <a:lnSpc>
                <a:spcPct val="85000"/>
              </a:lnSpc>
              <a:spcBef>
                <a:spcPts val="0"/>
              </a:spcBef>
              <a:spcAft>
                <a:spcPts val="0"/>
              </a:spcAft>
              <a:buClr>
                <a:schemeClr val="lt1"/>
              </a:buClr>
              <a:buSzPts val="3200"/>
              <a:buNone/>
            </a:pPr>
            <a:r>
              <a:rPr lang="fr-FR" dirty="0">
                <a:solidFill>
                  <a:schemeClr val="lt1"/>
                </a:solidFill>
              </a:rPr>
              <a:t>Un nouveau cadre de collaboration</a:t>
            </a:r>
          </a:p>
        </p:txBody>
      </p:sp>
      <p:sp>
        <p:nvSpPr>
          <p:cNvPr id="11" name="Google Shape;21;p49">
            <a:extLst>
              <a:ext uri="{FF2B5EF4-FFF2-40B4-BE49-F238E27FC236}">
                <a16:creationId xmlns:a16="http://schemas.microsoft.com/office/drawing/2014/main" id="{71DE2070-E5C2-B084-594A-1B04CEBEFD2C}"/>
              </a:ext>
            </a:extLst>
          </p:cNvPr>
          <p:cNvSpPr/>
          <p:nvPr/>
        </p:nvSpPr>
        <p:spPr>
          <a:xfrm>
            <a:off x="1074344" y="1005322"/>
            <a:ext cx="10674668" cy="436560"/>
          </a:xfrm>
          <a:prstGeom prst="rect">
            <a:avLst/>
          </a:prstGeom>
          <a:solidFill>
            <a:srgbClr val="F2F2F2"/>
          </a:solidFill>
          <a:ln>
            <a:noFill/>
          </a:ln>
        </p:spPr>
        <p:txBody>
          <a:bodyPr spcFirstLastPara="1" wrap="square" lIns="91425" tIns="45700" rIns="91425" bIns="45700" anchor="ctr"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r>
              <a:rPr lang="fr-FR" kern="0" spc="80" dirty="0">
                <a:solidFill>
                  <a:srgbClr val="000000"/>
                </a:solidFill>
                <a:latin typeface="Calibri Light" panose="020F0302020204030204" pitchFamily="34" charset="0"/>
                <a:ea typeface="Calibri Light" panose="020F0302020204030204" pitchFamily="34" charset="0"/>
                <a:cs typeface="Calibri Light" panose="020F0302020204030204" pitchFamily="34" charset="0"/>
              </a:rPr>
              <a:t>Une nouvelle approche permettant une collaboration améliorée entre la DSI et les métiers</a:t>
            </a:r>
            <a:endParaRPr kumimoji="0" lang="fr-FR" sz="1800" b="0" i="0" u="none" strike="noStrike" kern="0" cap="none" spc="80" normalizeH="0" baseline="0" noProof="0" dirty="0">
              <a:ln>
                <a:noFill/>
              </a:ln>
              <a:solidFill>
                <a:srgbClr val="000000"/>
              </a:solidFill>
              <a:effectLst/>
              <a:uLnTx/>
              <a:uFillTx/>
              <a:latin typeface="Calibri Light" panose="020F0302020204030204" pitchFamily="34" charset="0"/>
              <a:ea typeface="Calibri Light" panose="020F0302020204030204" pitchFamily="34" charset="0"/>
              <a:cs typeface="Calibri Light" panose="020F0302020204030204" pitchFamily="34" charset="0"/>
              <a:sym typeface="Arial"/>
            </a:endParaRPr>
          </a:p>
        </p:txBody>
      </p:sp>
      <p:sp>
        <p:nvSpPr>
          <p:cNvPr id="3" name="Slide Number Placeholder 4">
            <a:extLst>
              <a:ext uri="{FF2B5EF4-FFF2-40B4-BE49-F238E27FC236}">
                <a16:creationId xmlns:a16="http://schemas.microsoft.com/office/drawing/2014/main" id="{DDF3E3F8-CA18-C12F-7086-7589EDAAA2C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a:t>
            </a:fld>
            <a:endParaRPr lang="en-US" dirty="0"/>
          </a:p>
        </p:txBody>
      </p:sp>
      <p:sp>
        <p:nvSpPr>
          <p:cNvPr id="58" name="TextBox 57">
            <a:extLst>
              <a:ext uri="{FF2B5EF4-FFF2-40B4-BE49-F238E27FC236}">
                <a16:creationId xmlns:a16="http://schemas.microsoft.com/office/drawing/2014/main" id="{912C42C2-6352-6AA2-F620-830507273D30}"/>
              </a:ext>
            </a:extLst>
          </p:cNvPr>
          <p:cNvSpPr txBox="1"/>
          <p:nvPr/>
        </p:nvSpPr>
        <p:spPr>
          <a:xfrm>
            <a:off x="442950" y="2133468"/>
            <a:ext cx="11306099" cy="3600986"/>
          </a:xfrm>
          <a:prstGeom prst="rect">
            <a:avLst/>
          </a:prstGeom>
          <a:noFill/>
        </p:spPr>
        <p:txBody>
          <a:bodyPr wrap="square" lIns="91440" tIns="45720" rIns="91440" bIns="45720" rtlCol="0" anchor="t">
            <a:spAutoFit/>
          </a:bodyPr>
          <a:lstStyle/>
          <a:p>
            <a:pPr>
              <a:spcAft>
                <a:spcPts val="600"/>
              </a:spcAft>
            </a:pPr>
            <a:endParaRPr lang="fr-FR" sz="1600" dirty="0"/>
          </a:p>
          <a:p>
            <a:pPr>
              <a:spcAft>
                <a:spcPts val="600"/>
              </a:spcAft>
            </a:pPr>
            <a:endParaRPr lang="fr-FR" sz="1600" dirty="0"/>
          </a:p>
          <a:p>
            <a:pPr>
              <a:spcAft>
                <a:spcPts val="600"/>
              </a:spcAft>
            </a:pPr>
            <a:endParaRPr lang="fr-FR" sz="1600" dirty="0"/>
          </a:p>
          <a:p>
            <a:pPr>
              <a:spcAft>
                <a:spcPts val="600"/>
              </a:spcAft>
            </a:pPr>
            <a:endParaRPr lang="fr-FR" sz="1600" dirty="0"/>
          </a:p>
          <a:p>
            <a:pPr>
              <a:spcAft>
                <a:spcPts val="600"/>
              </a:spcAft>
            </a:pPr>
            <a:endParaRPr lang="fr-FR" sz="1600" dirty="0"/>
          </a:p>
          <a:p>
            <a:pPr>
              <a:spcAft>
                <a:spcPts val="600"/>
              </a:spcAft>
            </a:pPr>
            <a:r>
              <a:rPr lang="fr-FR" sz="1800" dirty="0"/>
              <a:t>Ce nouveau modèle doit permettre de répondre à </a:t>
            </a:r>
            <a:r>
              <a:rPr lang="fr-FR" sz="1800" b="1" dirty="0"/>
              <a:t>5 objectifs stratégiques</a:t>
            </a:r>
            <a:r>
              <a:rPr lang="fr-FR" sz="1800" dirty="0"/>
              <a:t>:</a:t>
            </a:r>
          </a:p>
          <a:p>
            <a:pPr marL="357750" indent="-285750">
              <a:spcAft>
                <a:spcPts val="300"/>
              </a:spcAft>
              <a:buFont typeface="Webdings" panose="05030102010509060703" pitchFamily="18" charset="2"/>
              <a:buChar char="a"/>
            </a:pPr>
            <a:r>
              <a:rPr lang="fr-FR" sz="1800" dirty="0"/>
              <a:t>Assurer un </a:t>
            </a:r>
            <a:r>
              <a:rPr lang="fr-FR" sz="1800" b="1" dirty="0">
                <a:solidFill>
                  <a:schemeClr val="accent1"/>
                </a:solidFill>
              </a:rPr>
              <a:t>support informatique réactif et efficace</a:t>
            </a:r>
            <a:r>
              <a:rPr lang="fr-FR" sz="1800" dirty="0"/>
              <a:t> aux utilisateurs.</a:t>
            </a:r>
          </a:p>
          <a:p>
            <a:pPr marL="357750" indent="-285750">
              <a:spcAft>
                <a:spcPts val="300"/>
              </a:spcAft>
              <a:buFont typeface="Webdings" panose="05030102010509060703" pitchFamily="18" charset="2"/>
              <a:buChar char="a"/>
            </a:pPr>
            <a:r>
              <a:rPr lang="fr-FR" sz="1800" dirty="0"/>
              <a:t>Répondre aux besoins de </a:t>
            </a:r>
            <a:r>
              <a:rPr lang="fr-FR" sz="1800" b="1" dirty="0">
                <a:solidFill>
                  <a:schemeClr val="accent1"/>
                </a:solidFill>
              </a:rPr>
              <a:t>transformation numérique des métiers</a:t>
            </a:r>
            <a:r>
              <a:rPr lang="fr-FR" sz="1800" dirty="0">
                <a:solidFill>
                  <a:schemeClr val="tx1"/>
                </a:solidFill>
              </a:rPr>
              <a:t>.</a:t>
            </a:r>
          </a:p>
          <a:p>
            <a:pPr marL="357750" indent="-285750">
              <a:spcAft>
                <a:spcPts val="300"/>
              </a:spcAft>
              <a:buFont typeface="Webdings" panose="05030102010509060703" pitchFamily="18" charset="2"/>
              <a:buChar char="a"/>
            </a:pPr>
            <a:r>
              <a:rPr lang="fr-FR" sz="1800" dirty="0"/>
              <a:t>Mettre en œuvre des solutions pour </a:t>
            </a:r>
            <a:r>
              <a:rPr lang="fr-FR" sz="1800" b="1" dirty="0">
                <a:solidFill>
                  <a:schemeClr val="accent1"/>
                </a:solidFill>
              </a:rPr>
              <a:t>optimiser l’exécution des processus métiers</a:t>
            </a:r>
            <a:r>
              <a:rPr lang="fr-FR" sz="1800" dirty="0"/>
              <a:t>.</a:t>
            </a:r>
          </a:p>
          <a:p>
            <a:pPr marL="357750" indent="-285750">
              <a:spcAft>
                <a:spcPts val="300"/>
              </a:spcAft>
              <a:buFont typeface="Webdings" panose="05030102010509060703" pitchFamily="18" charset="2"/>
              <a:buChar char="a"/>
            </a:pPr>
            <a:r>
              <a:rPr lang="fr-FR" sz="1800" dirty="0"/>
              <a:t>Permettre </a:t>
            </a:r>
            <a:r>
              <a:rPr lang="fr-FR" sz="1800" b="1" dirty="0">
                <a:solidFill>
                  <a:schemeClr val="accent1"/>
                </a:solidFill>
              </a:rPr>
              <a:t>l'accessibilité aux services du SI et la formation nécessaire aux différents métiers</a:t>
            </a:r>
            <a:r>
              <a:rPr lang="fr-FR" sz="1800" dirty="0"/>
              <a:t>.</a:t>
            </a:r>
          </a:p>
          <a:p>
            <a:pPr marL="357750" indent="-285750">
              <a:spcAft>
                <a:spcPts val="300"/>
              </a:spcAft>
              <a:buFont typeface="Webdings" panose="05030102010509060703" pitchFamily="18" charset="2"/>
              <a:buChar char="a"/>
            </a:pPr>
            <a:r>
              <a:rPr lang="fr-FR" sz="1800" dirty="0"/>
              <a:t>Proposer des </a:t>
            </a:r>
            <a:r>
              <a:rPr lang="fr-FR" sz="1800" b="1" dirty="0">
                <a:solidFill>
                  <a:schemeClr val="accent1"/>
                </a:solidFill>
              </a:rPr>
              <a:t>innovations technologiques</a:t>
            </a:r>
            <a:r>
              <a:rPr lang="fr-FR" sz="1800" dirty="0"/>
              <a:t> et </a:t>
            </a:r>
            <a:r>
              <a:rPr lang="fr-FR" sz="1800" b="1" dirty="0">
                <a:solidFill>
                  <a:schemeClr val="accent1"/>
                </a:solidFill>
              </a:rPr>
              <a:t>accompagner les métiers dans leur implémentation</a:t>
            </a:r>
            <a:r>
              <a:rPr lang="fr-FR" sz="1800" dirty="0"/>
              <a:t>.</a:t>
            </a:r>
            <a:endParaRPr lang="fr-FR" sz="2000" dirty="0"/>
          </a:p>
        </p:txBody>
      </p:sp>
      <p:sp>
        <p:nvSpPr>
          <p:cNvPr id="5" name="TextBox 4">
            <a:extLst>
              <a:ext uri="{FF2B5EF4-FFF2-40B4-BE49-F238E27FC236}">
                <a16:creationId xmlns:a16="http://schemas.microsoft.com/office/drawing/2014/main" id="{818BC6C9-5C84-011D-9A3D-66F6EA8EF78A}"/>
              </a:ext>
            </a:extLst>
          </p:cNvPr>
          <p:cNvSpPr txBox="1"/>
          <p:nvPr/>
        </p:nvSpPr>
        <p:spPr>
          <a:xfrm>
            <a:off x="7865153" y="3121223"/>
            <a:ext cx="1289135" cy="307777"/>
          </a:xfrm>
          <a:prstGeom prst="rect">
            <a:avLst/>
          </a:prstGeom>
          <a:noFill/>
        </p:spPr>
        <p:txBody>
          <a:bodyPr wrap="none" rtlCol="0">
            <a:spAutoFit/>
          </a:bodyPr>
          <a:lstStyle/>
          <a:p>
            <a:r>
              <a:rPr lang="en-GB" dirty="0"/>
              <a:t>[PERSON_1]</a:t>
            </a:r>
          </a:p>
        </p:txBody>
      </p:sp>
      <p:sp>
        <p:nvSpPr>
          <p:cNvPr id="7" name="TextBox 6">
            <a:extLst>
              <a:ext uri="{FF2B5EF4-FFF2-40B4-BE49-F238E27FC236}">
                <a16:creationId xmlns:a16="http://schemas.microsoft.com/office/drawing/2014/main" id="{56F8CABC-9687-7EC0-C0DE-07F20E98267D}"/>
              </a:ext>
            </a:extLst>
          </p:cNvPr>
          <p:cNvSpPr txBox="1"/>
          <p:nvPr/>
        </p:nvSpPr>
        <p:spPr>
          <a:xfrm>
            <a:off x="1750619" y="2035608"/>
            <a:ext cx="6096000" cy="1323439"/>
          </a:xfrm>
          <a:prstGeom prst="rect">
            <a:avLst/>
          </a:prstGeom>
          <a:noFill/>
        </p:spPr>
        <p:txBody>
          <a:bodyPr wrap="square">
            <a:spAutoFit/>
          </a:bodyPr>
          <a:lstStyle/>
          <a:p>
            <a:pPr>
              <a:spcAft>
                <a:spcPts val="600"/>
              </a:spcAft>
            </a:pPr>
            <a:r>
              <a:rPr lang="fr-FR" sz="2000" dirty="0"/>
              <a:t>Le nouveau modèle de collaboration entre la DSI et les métiers proposé dans ce document permet de répondre à plusieurs objectifs stratégiques, axes d’amélioration et besoins métiers identifiés.</a:t>
            </a:r>
          </a:p>
        </p:txBody>
      </p:sp>
      <p:pic>
        <p:nvPicPr>
          <p:cNvPr id="9" name="Graphic 8" descr="Open quotation mark with solid fill">
            <a:extLst>
              <a:ext uri="{FF2B5EF4-FFF2-40B4-BE49-F238E27FC236}">
                <a16:creationId xmlns:a16="http://schemas.microsoft.com/office/drawing/2014/main" id="{FD4B8F40-E563-9F0D-F7A8-386E5AC20F0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904875" y="1947740"/>
            <a:ext cx="914400" cy="914400"/>
          </a:xfrm>
          <a:prstGeom prst="rect">
            <a:avLst/>
          </a:prstGeom>
        </p:spPr>
      </p:pic>
      <p:sp>
        <p:nvSpPr>
          <p:cNvPr id="59" name="Rounded Rectangle 58"/>
          <p:cNvSpPr/>
          <p:nvPr/>
        </p:nvSpPr>
        <p:spPr>
          <a:xfrm>
            <a:off x="7807271" y="1750092"/>
            <a:ext cx="1347017" cy="1347017"/>
          </a:xfrm>
          <a:prstGeom prst="rect">
            <a:avLst/>
          </a:prstGeom>
          <a:solidFill>
            <a:srgbClr val="F2F2F2"/>
          </a:solidFill>
          <a:ln>
            <a:solidFill>
              <a:srgbClr val="A0A0A0"/>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464646"/>
                </a:solidFill>
                <a:latin typeface="Arial"/>
              </a:rPr>
              <a:t>[PERSON_1]</a:t>
            </a:r>
          </a:p>
        </p:txBody>
      </p:sp>
    </p:spTree>
    <p:extLst>
      <p:ext uri="{BB962C8B-B14F-4D97-AF65-F5344CB8AC3E}">
        <p14:creationId xmlns:p14="http://schemas.microsoft.com/office/powerpoint/2010/main" val="40881324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 cy="1"/>
          <a:chOff x="0" y="0"/>
          <a:chExt cx="1" cy="1"/>
        </a:xfrm>
      </p:grpSpPr>
      <p:sp>
        <p:nvSpPr>
          <p:cNvPr id="10" name="Google Shape;997;p6">
            <a:extLst>
              <a:ext uri="{FF2B5EF4-FFF2-40B4-BE49-F238E27FC236}">
                <a16:creationId xmlns:a16="http://schemas.microsoft.com/office/drawing/2014/main" id="{43866C17-4814-950F-138F-82263B798AFA}"/>
              </a:ext>
            </a:extLst>
          </p:cNvPr>
          <p:cNvSpPr txBox="1">
            <a:spLocks noGrp="1"/>
          </p:cNvSpPr>
          <p:nvPr/>
        </p:nvSpPr>
        <p:spPr>
          <a:xfrm>
            <a:off x="442913" y="430514"/>
            <a:ext cx="11306174" cy="576000"/>
          </a:xfrm>
          <a:prstGeom prst="rect">
            <a:avLst/>
          </a:prstGeom>
          <a:solidFill>
            <a:schemeClr val="tx1"/>
          </a:solidFill>
          <a:ln>
            <a:noFill/>
          </a:ln>
        </p:spPr>
        <p:txBody>
          <a:bodyPr spcFirstLastPara="1" vert="horz" wrap="square" lIns="72000" tIns="72000" rIns="72000" bIns="72000" rtlCol="0" anchor="t" anchorCtr="0">
            <a:noAutofit/>
          </a:bodyPr>
          <a:lstStyle>
            <a:lvl1pPr algn="l" defTabSz="914400" rtl="0" eaLnBrk="1" latinLnBrk="0" hangingPunct="1">
              <a:lnSpc>
                <a:spcPct val="85000"/>
              </a:lnSpc>
              <a:spcBef>
                <a:spcPct val="0"/>
              </a:spcBef>
              <a:buNone/>
              <a:defRPr sz="3200" kern="1200">
                <a:solidFill>
                  <a:schemeClr val="tx1"/>
                </a:solidFill>
                <a:latin typeface="+mj-lt"/>
                <a:ea typeface="+mj-ea"/>
                <a:cs typeface="+mj-cs"/>
              </a:defRPr>
            </a:lvl1pPr>
          </a:lstStyle>
          <a:p>
            <a:pPr marL="0" lvl="0" indent="0" algn="l" rtl="0">
              <a:lnSpc>
                <a:spcPct val="85000"/>
              </a:lnSpc>
              <a:spcBef>
                <a:spcPts val="0"/>
              </a:spcBef>
              <a:spcAft>
                <a:spcPts val="0"/>
              </a:spcAft>
              <a:buClr>
                <a:schemeClr val="lt1"/>
              </a:buClr>
              <a:buSzPts val="3200"/>
              <a:buNone/>
            </a:pPr>
            <a:r>
              <a:rPr lang="fr-FR" dirty="0">
                <a:solidFill>
                  <a:schemeClr val="lt1"/>
                </a:solidFill>
              </a:rPr>
              <a:t>Nouveaux rôles pour les services du SI</a:t>
            </a:r>
          </a:p>
        </p:txBody>
      </p:sp>
      <p:sp>
        <p:nvSpPr>
          <p:cNvPr id="11" name="Google Shape;21;p49">
            <a:extLst>
              <a:ext uri="{FF2B5EF4-FFF2-40B4-BE49-F238E27FC236}">
                <a16:creationId xmlns:a16="http://schemas.microsoft.com/office/drawing/2014/main" id="{71DE2070-E5C2-B084-594A-1B04CEBEFD2C}"/>
              </a:ext>
            </a:extLst>
          </p:cNvPr>
          <p:cNvSpPr/>
          <p:nvPr/>
        </p:nvSpPr>
        <p:spPr>
          <a:xfrm>
            <a:off x="1074344" y="1005322"/>
            <a:ext cx="10674668" cy="436560"/>
          </a:xfrm>
          <a:prstGeom prst="rect">
            <a:avLst/>
          </a:prstGeom>
          <a:solidFill>
            <a:srgbClr val="F2F2F2"/>
          </a:solidFill>
          <a:ln>
            <a:noFill/>
          </a:ln>
        </p:spPr>
        <p:txBody>
          <a:bodyPr spcFirstLastPara="1" wrap="square" lIns="91425" tIns="45700" rIns="91425" bIns="45700" anchor="ctr"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r>
              <a:rPr lang="fr-FR" kern="0" spc="80" dirty="0">
                <a:solidFill>
                  <a:srgbClr val="000000"/>
                </a:solidFill>
                <a:latin typeface="Calibri Light" panose="020F0302020204030204" pitchFamily="34" charset="0"/>
                <a:ea typeface="Calibri Light" panose="020F0302020204030204" pitchFamily="34" charset="0"/>
                <a:cs typeface="Calibri Light" panose="020F0302020204030204" pitchFamily="34" charset="0"/>
              </a:rPr>
              <a:t>Introduction des rôles de référent, pour la bonne gestion du cycle de vie des services du SI</a:t>
            </a:r>
            <a:endParaRPr kumimoji="0" lang="fr-FR" sz="1800" b="0" i="0" u="none" strike="noStrike" kern="0" cap="none" spc="80" normalizeH="0" baseline="0" noProof="0" dirty="0">
              <a:ln>
                <a:noFill/>
              </a:ln>
              <a:solidFill>
                <a:srgbClr val="000000"/>
              </a:solidFill>
              <a:effectLst/>
              <a:uLnTx/>
              <a:uFillTx/>
              <a:latin typeface="Calibri Light" panose="020F0302020204030204" pitchFamily="34" charset="0"/>
              <a:ea typeface="Calibri Light" panose="020F0302020204030204" pitchFamily="34" charset="0"/>
              <a:cs typeface="Calibri Light" panose="020F0302020204030204" pitchFamily="34" charset="0"/>
              <a:sym typeface="Arial"/>
            </a:endParaRPr>
          </a:p>
        </p:txBody>
      </p:sp>
      <p:sp>
        <p:nvSpPr>
          <p:cNvPr id="3" name="Slide Number Placeholder 4">
            <a:extLst>
              <a:ext uri="{FF2B5EF4-FFF2-40B4-BE49-F238E27FC236}">
                <a16:creationId xmlns:a16="http://schemas.microsoft.com/office/drawing/2014/main" id="{DDF3E3F8-CA18-C12F-7086-7589EDAAA2C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a:t>
            </a:fld>
            <a:endParaRPr lang="en-US" dirty="0"/>
          </a:p>
        </p:txBody>
      </p:sp>
      <p:sp>
        <p:nvSpPr>
          <p:cNvPr id="58" name="TextBox 57">
            <a:extLst>
              <a:ext uri="{FF2B5EF4-FFF2-40B4-BE49-F238E27FC236}">
                <a16:creationId xmlns:a16="http://schemas.microsoft.com/office/drawing/2014/main" id="{912C42C2-6352-6AA2-F620-830507273D30}"/>
              </a:ext>
            </a:extLst>
          </p:cNvPr>
          <p:cNvSpPr txBox="1"/>
          <p:nvPr/>
        </p:nvSpPr>
        <p:spPr>
          <a:xfrm>
            <a:off x="442950" y="1790872"/>
            <a:ext cx="11306099" cy="1400383"/>
          </a:xfrm>
          <a:prstGeom prst="rect">
            <a:avLst/>
          </a:prstGeom>
          <a:noFill/>
        </p:spPr>
        <p:txBody>
          <a:bodyPr wrap="square" lIns="91440" tIns="45720" rIns="91440" bIns="45720" rtlCol="0" anchor="t">
            <a:spAutoFit/>
          </a:bodyPr>
          <a:lstStyle/>
          <a:p>
            <a:pPr>
              <a:spcAft>
                <a:spcPts val="600"/>
              </a:spcAft>
            </a:pPr>
            <a:r>
              <a:rPr lang="fr-FR" sz="1600" dirty="0"/>
              <a:t>Le pilier du modèle de collaboration entre la DSI et les métiers s’appuie sur </a:t>
            </a:r>
            <a:r>
              <a:rPr lang="fr-FR" sz="1600" b="1" dirty="0">
                <a:solidFill>
                  <a:schemeClr val="accent1"/>
                </a:solidFill>
              </a:rPr>
              <a:t>la définition de deux rôles: le référent technique et</a:t>
            </a:r>
            <a:r>
              <a:rPr lang="fr-FR" sz="1600" dirty="0">
                <a:solidFill>
                  <a:schemeClr val="tx1"/>
                </a:solidFill>
              </a:rPr>
              <a:t> son homologue du côté métier, </a:t>
            </a:r>
            <a:r>
              <a:rPr lang="fr-FR" sz="1600" b="1" dirty="0">
                <a:solidFill>
                  <a:schemeClr val="accent1"/>
                </a:solidFill>
              </a:rPr>
              <a:t>le référent métier. </a:t>
            </a:r>
            <a:r>
              <a:rPr lang="fr-FR" sz="1600" dirty="0">
                <a:solidFill>
                  <a:schemeClr val="tx1"/>
                </a:solidFill>
              </a:rPr>
              <a:t>Ces rôles sont assignés, d’un </a:t>
            </a:r>
            <a:r>
              <a:rPr lang="fr-FR" sz="1600" dirty="0"/>
              <a:t>côté à un membre de la DSI, et de l’autre à une personne des équipes métiers.</a:t>
            </a:r>
          </a:p>
          <a:p>
            <a:pPr>
              <a:spcAft>
                <a:spcPts val="600"/>
              </a:spcAft>
            </a:pPr>
            <a:r>
              <a:rPr lang="fr-FR" sz="1600" dirty="0"/>
              <a:t>Il est important de considérer </a:t>
            </a:r>
            <a:r>
              <a:rPr lang="fr-FR" sz="1600" b="1" dirty="0">
                <a:solidFill>
                  <a:schemeClr val="accent1"/>
                </a:solidFill>
              </a:rPr>
              <a:t>la notion de service</a:t>
            </a:r>
            <a:r>
              <a:rPr lang="fr-FR" sz="1600" dirty="0"/>
              <a:t>, tel que défini dans le catalogue de service de la DSI, car un référent technique et un référent métier doit pouvoir être identifié pour chaque service, au-delà des applications métiers.</a:t>
            </a:r>
          </a:p>
        </p:txBody>
      </p:sp>
      <p:sp>
        <p:nvSpPr>
          <p:cNvPr id="5" name="TextBox 4">
            <a:extLst>
              <a:ext uri="{FF2B5EF4-FFF2-40B4-BE49-F238E27FC236}">
                <a16:creationId xmlns:a16="http://schemas.microsoft.com/office/drawing/2014/main" id="{46331F16-D0F2-4D58-122E-672C2AE89482}"/>
              </a:ext>
            </a:extLst>
          </p:cNvPr>
          <p:cNvSpPr txBox="1"/>
          <p:nvPr/>
        </p:nvSpPr>
        <p:spPr>
          <a:xfrm>
            <a:off x="1656795" y="3884096"/>
            <a:ext cx="3852465" cy="707886"/>
          </a:xfrm>
          <a:prstGeom prst="rect">
            <a:avLst/>
          </a:prstGeom>
          <a:noFill/>
        </p:spPr>
        <p:txBody>
          <a:bodyPr wrap="square" rtlCol="0">
            <a:spAutoFit/>
          </a:bodyPr>
          <a:lstStyle/>
          <a:p>
            <a:r>
              <a:rPr lang="fr-FR" sz="2000" b="1" dirty="0"/>
              <a:t>Référent technique</a:t>
            </a:r>
          </a:p>
          <a:p>
            <a:r>
              <a:rPr lang="fr-FR" sz="2000" b="1" dirty="0"/>
              <a:t>du service</a:t>
            </a:r>
          </a:p>
        </p:txBody>
      </p:sp>
      <p:sp>
        <p:nvSpPr>
          <p:cNvPr id="13" name="TextBox 12">
            <a:extLst>
              <a:ext uri="{FF2B5EF4-FFF2-40B4-BE49-F238E27FC236}">
                <a16:creationId xmlns:a16="http://schemas.microsoft.com/office/drawing/2014/main" id="{DB34402E-8F71-9508-5CD1-184ED12CBCE8}"/>
              </a:ext>
            </a:extLst>
          </p:cNvPr>
          <p:cNvSpPr txBox="1"/>
          <p:nvPr/>
        </p:nvSpPr>
        <p:spPr>
          <a:xfrm>
            <a:off x="6796399" y="3842667"/>
            <a:ext cx="2717597" cy="707886"/>
          </a:xfrm>
          <a:prstGeom prst="rect">
            <a:avLst/>
          </a:prstGeom>
          <a:noFill/>
        </p:spPr>
        <p:txBody>
          <a:bodyPr wrap="square" rtlCol="0">
            <a:spAutoFit/>
          </a:bodyPr>
          <a:lstStyle/>
          <a:p>
            <a:r>
              <a:rPr lang="fr-FR" sz="2000" b="1" dirty="0"/>
              <a:t>Référent métier </a:t>
            </a:r>
          </a:p>
          <a:p>
            <a:r>
              <a:rPr lang="fr-FR" sz="2000" b="1" dirty="0"/>
              <a:t>du service</a:t>
            </a:r>
          </a:p>
        </p:txBody>
      </p:sp>
      <p:sp>
        <p:nvSpPr>
          <p:cNvPr id="18" name="TextBox 17">
            <a:extLst>
              <a:ext uri="{FF2B5EF4-FFF2-40B4-BE49-F238E27FC236}">
                <a16:creationId xmlns:a16="http://schemas.microsoft.com/office/drawing/2014/main" id="{1A471044-E49A-40F5-1AF4-135C65DD55F0}"/>
              </a:ext>
            </a:extLst>
          </p:cNvPr>
          <p:cNvSpPr txBox="1"/>
          <p:nvPr/>
        </p:nvSpPr>
        <p:spPr>
          <a:xfrm>
            <a:off x="442913" y="4648200"/>
            <a:ext cx="5400000" cy="1646605"/>
          </a:xfrm>
          <a:prstGeom prst="rect">
            <a:avLst/>
          </a:prstGeom>
          <a:solidFill>
            <a:schemeClr val="bg1">
              <a:lumMod val="95000"/>
            </a:schemeClr>
          </a:solidFill>
        </p:spPr>
        <p:txBody>
          <a:bodyPr wrap="square" rtlCol="0">
            <a:noAutofit/>
          </a:bodyPr>
          <a:lstStyle/>
          <a:p>
            <a:pPr algn="just">
              <a:spcAft>
                <a:spcPts val="600"/>
              </a:spcAft>
            </a:pPr>
            <a:r>
              <a:rPr lang="fr-FR" sz="1200" dirty="0"/>
              <a:t>Il est le principal responsable de la gestion technique du service et combine des compétences techniques approfondies et une bonne compréhension des besoins fonctionnels associés pour assurer le bon fonctionnement et l'évolution du service.</a:t>
            </a:r>
          </a:p>
          <a:p>
            <a:pPr algn="just"/>
            <a:r>
              <a:rPr lang="fr-FR" sz="1200" dirty="0"/>
              <a:t>Il est le point de contact principal pour toutes les questions techniques* relatives aux applications et travaille en étroite collaboration avec les équipes métiers pour aligner les solutions technologiques sur les exigences opérationnelles.</a:t>
            </a:r>
            <a:endParaRPr lang="en-GB" sz="1200" dirty="0"/>
          </a:p>
        </p:txBody>
      </p:sp>
      <p:sp>
        <p:nvSpPr>
          <p:cNvPr id="34" name="TextBox 33">
            <a:extLst>
              <a:ext uri="{FF2B5EF4-FFF2-40B4-BE49-F238E27FC236}">
                <a16:creationId xmlns:a16="http://schemas.microsoft.com/office/drawing/2014/main" id="{EDD81546-1105-39B5-3AF3-50D2353F6CAD}"/>
              </a:ext>
            </a:extLst>
          </p:cNvPr>
          <p:cNvSpPr txBox="1"/>
          <p:nvPr/>
        </p:nvSpPr>
        <p:spPr>
          <a:xfrm>
            <a:off x="6349012" y="4648200"/>
            <a:ext cx="5400000" cy="1646605"/>
          </a:xfrm>
          <a:prstGeom prst="rect">
            <a:avLst/>
          </a:prstGeom>
          <a:solidFill>
            <a:schemeClr val="bg1">
              <a:lumMod val="95000"/>
            </a:schemeClr>
          </a:solidFill>
        </p:spPr>
        <p:txBody>
          <a:bodyPr wrap="square" rtlCol="0">
            <a:noAutofit/>
          </a:bodyPr>
          <a:lstStyle/>
          <a:p>
            <a:pPr algn="just">
              <a:spcAft>
                <a:spcPts val="600"/>
              </a:spcAft>
            </a:pPr>
            <a:r>
              <a:rPr lang="fr-FR" sz="1200" dirty="0"/>
              <a:t>Le référent métier est le principal point de contact au sein des équipes métiers pour répondre du périmètre, de la qualité et de l’usage d’un service. </a:t>
            </a:r>
          </a:p>
          <a:p>
            <a:pPr algn="just">
              <a:spcAft>
                <a:spcPts val="600"/>
              </a:spcAft>
            </a:pPr>
            <a:r>
              <a:rPr lang="fr-FR" sz="1200" dirty="0"/>
              <a:t>Ce rôle nécessite une compréhension approfondie des processus métiers et des exigences opérationnelles, ainsi qu'une capacité à traduire ces besoins en spécifications fonctionnelles claires. Il travaille en étroite collaboration avec le référent technique du service dont il a la charge.</a:t>
            </a:r>
          </a:p>
          <a:p>
            <a:pPr algn="just">
              <a:spcAft>
                <a:spcPts val="600"/>
              </a:spcAft>
            </a:pPr>
            <a:endParaRPr lang="en-GB" sz="1200" dirty="0"/>
          </a:p>
        </p:txBody>
      </p:sp>
      <p:sp>
        <p:nvSpPr>
          <p:cNvPr id="35" name="TextBox 34">
            <a:extLst>
              <a:ext uri="{FF2B5EF4-FFF2-40B4-BE49-F238E27FC236}">
                <a16:creationId xmlns:a16="http://schemas.microsoft.com/office/drawing/2014/main" id="{28233B4F-7261-80CA-D654-47FACFE0FFA9}"/>
              </a:ext>
            </a:extLst>
          </p:cNvPr>
          <p:cNvSpPr txBox="1"/>
          <p:nvPr/>
        </p:nvSpPr>
        <p:spPr>
          <a:xfrm>
            <a:off x="3251200" y="6396122"/>
            <a:ext cx="8153400" cy="415498"/>
          </a:xfrm>
          <a:prstGeom prst="rect">
            <a:avLst/>
          </a:prstGeom>
          <a:noFill/>
        </p:spPr>
        <p:txBody>
          <a:bodyPr wrap="square" rtlCol="0">
            <a:spAutoFit/>
          </a:bodyPr>
          <a:lstStyle/>
          <a:p>
            <a:r>
              <a:rPr lang="fr-FR" sz="700" dirty="0"/>
              <a:t>*Un point de contact ne substitut pas le support de niveau 1 (ou Service Desk) qui doit être en mesure de résoudre des demandes ou des incidents simples, sur la base de fiches d’exploitation documentée par le référent technique du service qui alimente une base de connaissance, de préférence dans le même outil qui sert à la gestion des tickets. Le référent technique assure généralement un support de niveau 2 ou 3, selon les cas.</a:t>
            </a:r>
          </a:p>
        </p:txBody>
      </p:sp>
      <p:pic>
        <p:nvPicPr>
          <p:cNvPr id="4" name="Picture 3" descr="Businessman taking notes">
            <a:extLst>
              <a:ext uri="{FF2B5EF4-FFF2-40B4-BE49-F238E27FC236}">
                <a16:creationId xmlns:a16="http://schemas.microsoft.com/office/drawing/2014/main" id="{A065760C-1BA5-B041-064F-E0F1209D2569}"/>
              </a:ext>
            </a:extLst>
          </p:cNvPr>
          <p:cNvPicPr>
            <a:picLocks noChangeAspect="1"/>
          </p:cNvPicPr>
          <p:nvPr/>
        </p:nvPicPr>
        <p:blipFill>
          <a:blip r:embed="rId3">
            <a:biLevel thresh="75000"/>
          </a:blip>
          <a:stretch>
            <a:fillRect/>
          </a:stretch>
        </p:blipFill>
        <p:spPr>
          <a:xfrm>
            <a:off x="6340347" y="3321443"/>
            <a:ext cx="447387" cy="1225440"/>
          </a:xfrm>
          <a:prstGeom prst="rect">
            <a:avLst/>
          </a:prstGeom>
        </p:spPr>
      </p:pic>
      <p:pic>
        <p:nvPicPr>
          <p:cNvPr id="7" name="Picture 6" descr="Businessman hands on hips">
            <a:extLst>
              <a:ext uri="{FF2B5EF4-FFF2-40B4-BE49-F238E27FC236}">
                <a16:creationId xmlns:a16="http://schemas.microsoft.com/office/drawing/2014/main" id="{481A2F5B-E3DE-2494-802D-A16EE2080573}"/>
              </a:ext>
            </a:extLst>
          </p:cNvPr>
          <p:cNvPicPr>
            <a:picLocks noChangeAspect="1"/>
          </p:cNvPicPr>
          <p:nvPr/>
        </p:nvPicPr>
        <p:blipFill>
          <a:blip r:embed="rId4">
            <a:biLevel thresh="75000"/>
            <a:extLst>
              <a:ext uri="{BEBA8EAE-BF5A-486C-A8C5-ECC9F3942E4B}">
                <a14:imgProps xmlns:a14="http://schemas.microsoft.com/office/drawing/2010/main">
                  <a14:imgLayer r:embed="rId5">
                    <a14:imgEffect>
                      <a14:saturation sat="400000"/>
                    </a14:imgEffect>
                    <a14:imgEffect>
                      <a14:brightnessContrast bright="-50000"/>
                    </a14:imgEffect>
                  </a14:imgLayer>
                </a14:imgProps>
              </a:ext>
            </a:extLst>
          </a:blip>
          <a:stretch>
            <a:fillRect/>
          </a:stretch>
        </p:blipFill>
        <p:spPr>
          <a:xfrm>
            <a:off x="567134" y="3245439"/>
            <a:ext cx="631408" cy="1323034"/>
          </a:xfrm>
          <a:prstGeom prst="rect">
            <a:avLst/>
          </a:prstGeom>
        </p:spPr>
      </p:pic>
    </p:spTree>
    <p:extLst>
      <p:ext uri="{BB962C8B-B14F-4D97-AF65-F5344CB8AC3E}">
        <p14:creationId xmlns:p14="http://schemas.microsoft.com/office/powerpoint/2010/main" val="33056928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 cy="1"/>
          <a:chOff x="0" y="0"/>
          <a:chExt cx="1" cy="1"/>
        </a:xfrm>
      </p:grpSpPr>
      <p:sp>
        <p:nvSpPr>
          <p:cNvPr id="14" name="TextBox 13">
            <a:extLst>
              <a:ext uri="{FF2B5EF4-FFF2-40B4-BE49-F238E27FC236}">
                <a16:creationId xmlns:a16="http://schemas.microsoft.com/office/drawing/2014/main" id="{B92ACB3B-5FDD-52E3-8BA6-F136628DFA50}"/>
              </a:ext>
            </a:extLst>
          </p:cNvPr>
          <p:cNvSpPr txBox="1"/>
          <p:nvPr/>
        </p:nvSpPr>
        <p:spPr>
          <a:xfrm>
            <a:off x="442838" y="5577126"/>
            <a:ext cx="11306174" cy="861774"/>
          </a:xfrm>
          <a:prstGeom prst="rect">
            <a:avLst/>
          </a:prstGeom>
          <a:solidFill>
            <a:schemeClr val="bg1">
              <a:lumMod val="95000"/>
            </a:schemeClr>
          </a:solidFill>
        </p:spPr>
        <p:txBody>
          <a:bodyPr wrap="square">
            <a:spAutoFit/>
          </a:bodyPr>
          <a:lstStyle/>
          <a:p>
            <a:r>
              <a:rPr lang="fr-FR" sz="1200" b="1" dirty="0"/>
              <a:t>Charge de travail</a:t>
            </a:r>
          </a:p>
          <a:p>
            <a:r>
              <a:rPr lang="fr-FR" sz="1200" dirty="0"/>
              <a:t>La charge de travail du rôle de référent technique et métier est variable et dépend de la nature du service et de sa complexité (ex: périmètre fonctionnel, architecture, historique, type de prestataire), de sa maturité technologique et organisationnelle. Notre recommandation est d’estimer cette charge pour l’ensemble des services de manière relative, pour assigner les référents techniques et métiers de manière équitable.</a:t>
            </a:r>
          </a:p>
        </p:txBody>
      </p:sp>
      <p:sp>
        <p:nvSpPr>
          <p:cNvPr id="10" name="Google Shape;997;p6">
            <a:extLst>
              <a:ext uri="{FF2B5EF4-FFF2-40B4-BE49-F238E27FC236}">
                <a16:creationId xmlns:a16="http://schemas.microsoft.com/office/drawing/2014/main" id="{43866C17-4814-950F-138F-82263B798AFA}"/>
              </a:ext>
            </a:extLst>
          </p:cNvPr>
          <p:cNvSpPr txBox="1">
            <a:spLocks noGrp="1"/>
          </p:cNvSpPr>
          <p:nvPr/>
        </p:nvSpPr>
        <p:spPr>
          <a:xfrm>
            <a:off x="442913" y="430514"/>
            <a:ext cx="11306174" cy="576000"/>
          </a:xfrm>
          <a:prstGeom prst="rect">
            <a:avLst/>
          </a:prstGeom>
          <a:solidFill>
            <a:schemeClr val="tx1"/>
          </a:solidFill>
          <a:ln>
            <a:noFill/>
          </a:ln>
        </p:spPr>
        <p:txBody>
          <a:bodyPr spcFirstLastPara="1" vert="horz" wrap="square" lIns="72000" tIns="72000" rIns="72000" bIns="72000" rtlCol="0" anchor="t" anchorCtr="0">
            <a:noAutofit/>
          </a:bodyPr>
          <a:lstStyle>
            <a:lvl1pPr algn="l" defTabSz="914400" rtl="0" eaLnBrk="1" latinLnBrk="0" hangingPunct="1">
              <a:lnSpc>
                <a:spcPct val="85000"/>
              </a:lnSpc>
              <a:spcBef>
                <a:spcPct val="0"/>
              </a:spcBef>
              <a:buNone/>
              <a:defRPr sz="3200" kern="1200">
                <a:solidFill>
                  <a:schemeClr val="tx1"/>
                </a:solidFill>
                <a:latin typeface="+mj-lt"/>
                <a:ea typeface="+mj-ea"/>
                <a:cs typeface="+mj-cs"/>
              </a:defRPr>
            </a:lvl1pPr>
          </a:lstStyle>
          <a:p>
            <a:pPr marL="0" lvl="0" indent="0" algn="l" rtl="0">
              <a:lnSpc>
                <a:spcPct val="85000"/>
              </a:lnSpc>
              <a:spcBef>
                <a:spcPts val="0"/>
              </a:spcBef>
              <a:spcAft>
                <a:spcPts val="0"/>
              </a:spcAft>
              <a:buClr>
                <a:schemeClr val="lt1"/>
              </a:buClr>
              <a:buSzPts val="3200"/>
              <a:buNone/>
            </a:pPr>
            <a:r>
              <a:rPr lang="fr-FR" dirty="0">
                <a:solidFill>
                  <a:schemeClr val="lt1"/>
                </a:solidFill>
              </a:rPr>
              <a:t>Référents techniques et métiers</a:t>
            </a:r>
          </a:p>
        </p:txBody>
      </p:sp>
      <p:sp>
        <p:nvSpPr>
          <p:cNvPr id="11" name="Google Shape;21;p49">
            <a:extLst>
              <a:ext uri="{FF2B5EF4-FFF2-40B4-BE49-F238E27FC236}">
                <a16:creationId xmlns:a16="http://schemas.microsoft.com/office/drawing/2014/main" id="{71DE2070-E5C2-B084-594A-1B04CEBEFD2C}"/>
              </a:ext>
            </a:extLst>
          </p:cNvPr>
          <p:cNvSpPr/>
          <p:nvPr/>
        </p:nvSpPr>
        <p:spPr>
          <a:xfrm>
            <a:off x="1074344" y="1005322"/>
            <a:ext cx="10674668" cy="436560"/>
          </a:xfrm>
          <a:prstGeom prst="rect">
            <a:avLst/>
          </a:prstGeom>
          <a:solidFill>
            <a:srgbClr val="F2F2F2"/>
          </a:solidFill>
          <a:ln>
            <a:noFill/>
          </a:ln>
        </p:spPr>
        <p:txBody>
          <a:bodyPr spcFirstLastPara="1" wrap="square" lIns="91425" tIns="45700" rIns="91425" bIns="45700" anchor="ctr"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r>
              <a:rPr lang="fr-FR" kern="0" spc="80" dirty="0">
                <a:solidFill>
                  <a:srgbClr val="000000"/>
                </a:solidFill>
                <a:latin typeface="Calibri Light" panose="020F0302020204030204" pitchFamily="34" charset="0"/>
                <a:ea typeface="Calibri Light" panose="020F0302020204030204" pitchFamily="34" charset="0"/>
                <a:cs typeface="Calibri Light" panose="020F0302020204030204" pitchFamily="34" charset="0"/>
              </a:rPr>
              <a:t>Compétences, responsabilités et charge de travail associée</a:t>
            </a:r>
            <a:endParaRPr kumimoji="0" lang="fr-FR" sz="1800" b="0" i="0" u="none" strike="noStrike" kern="0" cap="none" spc="80" normalizeH="0" baseline="0" noProof="0" dirty="0">
              <a:ln>
                <a:noFill/>
              </a:ln>
              <a:solidFill>
                <a:srgbClr val="000000"/>
              </a:solidFill>
              <a:effectLst/>
              <a:uLnTx/>
              <a:uFillTx/>
              <a:latin typeface="Calibri Light" panose="020F0302020204030204" pitchFamily="34" charset="0"/>
              <a:ea typeface="Calibri Light" panose="020F0302020204030204" pitchFamily="34" charset="0"/>
              <a:cs typeface="Calibri Light" panose="020F0302020204030204" pitchFamily="34" charset="0"/>
              <a:sym typeface="Arial"/>
            </a:endParaRPr>
          </a:p>
        </p:txBody>
      </p:sp>
      <p:sp>
        <p:nvSpPr>
          <p:cNvPr id="3" name="Slide Number Placeholder 4">
            <a:extLst>
              <a:ext uri="{FF2B5EF4-FFF2-40B4-BE49-F238E27FC236}">
                <a16:creationId xmlns:a16="http://schemas.microsoft.com/office/drawing/2014/main" id="{DDF3E3F8-CA18-C12F-7086-7589EDAAA2C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a:t>
            </a:fld>
            <a:endParaRPr lang="en-US" dirty="0"/>
          </a:p>
        </p:txBody>
      </p:sp>
      <p:sp>
        <p:nvSpPr>
          <p:cNvPr id="5" name="TextBox 4">
            <a:extLst>
              <a:ext uri="{FF2B5EF4-FFF2-40B4-BE49-F238E27FC236}">
                <a16:creationId xmlns:a16="http://schemas.microsoft.com/office/drawing/2014/main" id="{46331F16-D0F2-4D58-122E-672C2AE89482}"/>
              </a:ext>
            </a:extLst>
          </p:cNvPr>
          <p:cNvSpPr txBox="1"/>
          <p:nvPr/>
        </p:nvSpPr>
        <p:spPr>
          <a:xfrm>
            <a:off x="1656795" y="1447119"/>
            <a:ext cx="3852465" cy="584775"/>
          </a:xfrm>
          <a:prstGeom prst="rect">
            <a:avLst/>
          </a:prstGeom>
          <a:noFill/>
        </p:spPr>
        <p:txBody>
          <a:bodyPr wrap="square" rtlCol="0">
            <a:spAutoFit/>
          </a:bodyPr>
          <a:lstStyle/>
          <a:p>
            <a:r>
              <a:rPr lang="fr-FR" sz="2000" b="1" dirty="0"/>
              <a:t>Référent technique</a:t>
            </a:r>
          </a:p>
          <a:p>
            <a:r>
              <a:rPr lang="fr-FR" sz="1200" b="1" dirty="0">
                <a:solidFill>
                  <a:schemeClr val="bg2"/>
                </a:solidFill>
              </a:rPr>
              <a:t>Compétences et responsabilités</a:t>
            </a:r>
          </a:p>
        </p:txBody>
      </p:sp>
      <p:sp>
        <p:nvSpPr>
          <p:cNvPr id="13" name="TextBox 12">
            <a:extLst>
              <a:ext uri="{FF2B5EF4-FFF2-40B4-BE49-F238E27FC236}">
                <a16:creationId xmlns:a16="http://schemas.microsoft.com/office/drawing/2014/main" id="{DB34402E-8F71-9508-5CD1-184ED12CBCE8}"/>
              </a:ext>
            </a:extLst>
          </p:cNvPr>
          <p:cNvSpPr txBox="1"/>
          <p:nvPr/>
        </p:nvSpPr>
        <p:spPr>
          <a:xfrm>
            <a:off x="6796399" y="1447119"/>
            <a:ext cx="2717597" cy="584775"/>
          </a:xfrm>
          <a:prstGeom prst="rect">
            <a:avLst/>
          </a:prstGeom>
          <a:noFill/>
        </p:spPr>
        <p:txBody>
          <a:bodyPr wrap="square" rtlCol="0">
            <a:spAutoFit/>
          </a:bodyPr>
          <a:lstStyle/>
          <a:p>
            <a:r>
              <a:rPr lang="fr-FR" sz="2000" b="1" dirty="0"/>
              <a:t>Référent métier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fr-FR" sz="1200" b="1" i="0" u="none" strike="noStrike" kern="0" cap="none" spc="0" normalizeH="0" baseline="0" noProof="0" dirty="0">
                <a:ln>
                  <a:noFill/>
                </a:ln>
                <a:solidFill>
                  <a:srgbClr val="7D7D7D"/>
                </a:solidFill>
                <a:effectLst/>
                <a:uLnTx/>
                <a:uFillTx/>
                <a:latin typeface="Arial"/>
                <a:cs typeface="Arial"/>
                <a:sym typeface="Arial"/>
              </a:rPr>
              <a:t>Compétences et responsabilités</a:t>
            </a:r>
          </a:p>
        </p:txBody>
      </p:sp>
      <p:sp>
        <p:nvSpPr>
          <p:cNvPr id="2" name="TextBox 1">
            <a:extLst>
              <a:ext uri="{FF2B5EF4-FFF2-40B4-BE49-F238E27FC236}">
                <a16:creationId xmlns:a16="http://schemas.microsoft.com/office/drawing/2014/main" id="{7F62F0FB-4E47-0CAF-685C-6C9CF6E6111B}"/>
              </a:ext>
            </a:extLst>
          </p:cNvPr>
          <p:cNvSpPr txBox="1"/>
          <p:nvPr/>
        </p:nvSpPr>
        <p:spPr>
          <a:xfrm>
            <a:off x="473713" y="3038292"/>
            <a:ext cx="5622178" cy="2478414"/>
          </a:xfrm>
          <a:prstGeom prst="rect">
            <a:avLst/>
          </a:prstGeom>
          <a:noFill/>
        </p:spPr>
        <p:txBody>
          <a:bodyPr wrap="square" rtlCol="0">
            <a:noAutofit/>
          </a:bodyPr>
          <a:lstStyle/>
          <a:p>
            <a:pPr>
              <a:spcAft>
                <a:spcPts val="400"/>
              </a:spcAft>
            </a:pPr>
            <a:r>
              <a:rPr lang="fr-FR" b="1" dirty="0"/>
              <a:t>Compétences</a:t>
            </a:r>
          </a:p>
          <a:p>
            <a:pPr marL="180000" indent="-180000">
              <a:buFont typeface="Arial" panose="020B0604020202020204" pitchFamily="34" charset="0"/>
              <a:buChar char="•"/>
            </a:pPr>
            <a:r>
              <a:rPr lang="fr-FR" sz="1200" dirty="0"/>
              <a:t>Compétences techniques avancées</a:t>
            </a:r>
          </a:p>
          <a:p>
            <a:pPr marL="180000" indent="-180000">
              <a:buFont typeface="Arial" panose="020B0604020202020204" pitchFamily="34" charset="0"/>
              <a:buChar char="•"/>
            </a:pPr>
            <a:r>
              <a:rPr lang="fr-FR" sz="1200" dirty="0"/>
              <a:t>Connaissance des processus de gestion du cycle de vie des services</a:t>
            </a:r>
          </a:p>
          <a:p>
            <a:pPr marL="180000" indent="-180000">
              <a:buFont typeface="Arial" panose="020B0604020202020204" pitchFamily="34" charset="0"/>
              <a:buChar char="•"/>
            </a:pPr>
            <a:r>
              <a:rPr lang="fr-FR" sz="1200" dirty="0"/>
              <a:t>Connaissance des systèmes d’information</a:t>
            </a:r>
          </a:p>
          <a:p>
            <a:pPr marL="180000" indent="-180000">
              <a:buFont typeface="Arial" panose="020B0604020202020204" pitchFamily="34" charset="0"/>
              <a:buChar char="•"/>
            </a:pPr>
            <a:r>
              <a:rPr lang="fr-FR" sz="1200" dirty="0"/>
              <a:t>Capable d’identifier et de prioriser l’urgence des incidents et des problèmes</a:t>
            </a:r>
          </a:p>
          <a:p>
            <a:pPr marL="180000" indent="-180000">
              <a:buFont typeface="Arial" panose="020B0604020202020204" pitchFamily="34" charset="0"/>
              <a:buChar char="•"/>
            </a:pPr>
            <a:r>
              <a:rPr lang="fr-FR" sz="1200" dirty="0"/>
              <a:t>Capacité d’analyse et de résolution de problèmes techniques</a:t>
            </a:r>
          </a:p>
          <a:p>
            <a:pPr marL="180000" indent="-180000">
              <a:buFont typeface="Arial" panose="020B0604020202020204" pitchFamily="34" charset="0"/>
              <a:buChar char="•"/>
            </a:pPr>
            <a:r>
              <a:rPr lang="fr-FR" sz="1200" dirty="0"/>
              <a:t>Communication claire sur l’aspect fonctionnel et technique</a:t>
            </a:r>
          </a:p>
          <a:p>
            <a:pPr>
              <a:spcBef>
                <a:spcPts val="400"/>
              </a:spcBef>
              <a:spcAft>
                <a:spcPts val="400"/>
              </a:spcAft>
            </a:pPr>
            <a:r>
              <a:rPr lang="fr-FR" b="1" dirty="0"/>
              <a:t>Responsabilités</a:t>
            </a:r>
          </a:p>
          <a:p>
            <a:pPr marL="180000" indent="-180000">
              <a:buFont typeface="Arial" panose="020B0604020202020204" pitchFamily="34" charset="0"/>
              <a:buChar char="•"/>
            </a:pPr>
            <a:r>
              <a:rPr lang="fr-FR" sz="1200" dirty="0"/>
              <a:t>Assurer la classification et la priorisation des demandes et incidents</a:t>
            </a:r>
          </a:p>
          <a:p>
            <a:pPr marL="180000" indent="-180000">
              <a:buFont typeface="Arial" panose="020B0604020202020204" pitchFamily="34" charset="0"/>
              <a:buChar char="•"/>
            </a:pPr>
            <a:r>
              <a:rPr lang="fr-FR" sz="1200" dirty="0"/>
              <a:t>Gestion du cycle de vie du service et de son amélioration</a:t>
            </a:r>
          </a:p>
          <a:p>
            <a:pPr marL="180000" indent="-180000">
              <a:buFont typeface="Arial" panose="020B0604020202020204" pitchFamily="34" charset="0"/>
              <a:buChar char="•"/>
            </a:pPr>
            <a:r>
              <a:rPr lang="fr-FR" sz="1200" dirty="0"/>
              <a:t>Documentation (spécification technique, fiche d’exploitation, guide utilisateur)</a:t>
            </a:r>
          </a:p>
          <a:p>
            <a:pPr marL="180000" indent="-180000">
              <a:buFont typeface="Arial" panose="020B0604020202020204" pitchFamily="34" charset="0"/>
              <a:buChar char="•"/>
            </a:pPr>
            <a:r>
              <a:rPr lang="fr-FR" sz="1200" dirty="0"/>
              <a:t>Formation et support technique aux utilisateurs</a:t>
            </a:r>
          </a:p>
          <a:p>
            <a:endParaRPr lang="fr-FR" dirty="0"/>
          </a:p>
        </p:txBody>
      </p:sp>
      <p:sp>
        <p:nvSpPr>
          <p:cNvPr id="6" name="TextBox 5">
            <a:extLst>
              <a:ext uri="{FF2B5EF4-FFF2-40B4-BE49-F238E27FC236}">
                <a16:creationId xmlns:a16="http://schemas.microsoft.com/office/drawing/2014/main" id="{F7F1F0CD-A95A-0C8E-D651-58D34FA3A3BB}"/>
              </a:ext>
            </a:extLst>
          </p:cNvPr>
          <p:cNvSpPr txBox="1"/>
          <p:nvPr/>
        </p:nvSpPr>
        <p:spPr>
          <a:xfrm>
            <a:off x="1656795" y="1985861"/>
            <a:ext cx="4439205" cy="830997"/>
          </a:xfrm>
          <a:prstGeom prst="rect">
            <a:avLst/>
          </a:prstGeom>
          <a:noFill/>
        </p:spPr>
        <p:txBody>
          <a:bodyPr wrap="square">
            <a:spAutoFit/>
          </a:bodyPr>
          <a:lstStyle/>
          <a:p>
            <a:pPr algn="just">
              <a:spcAft>
                <a:spcPts val="800"/>
              </a:spcAft>
            </a:pPr>
            <a:r>
              <a:rPr lang="fr-FR" sz="1200" dirty="0"/>
              <a:t>Un référent technique doit être assigné à chaque service répertorié dans le catalogue des services de la DSI. Il y a un référent technique unique par service. Un membre de la DSI peut être le référent technique de plusieurs services.</a:t>
            </a:r>
          </a:p>
        </p:txBody>
      </p:sp>
      <p:sp>
        <p:nvSpPr>
          <p:cNvPr id="7" name="TextBox 6">
            <a:extLst>
              <a:ext uri="{FF2B5EF4-FFF2-40B4-BE49-F238E27FC236}">
                <a16:creationId xmlns:a16="http://schemas.microsoft.com/office/drawing/2014/main" id="{539D3D3A-3D26-24E1-F144-A05D718D3FC3}"/>
              </a:ext>
            </a:extLst>
          </p:cNvPr>
          <p:cNvSpPr txBox="1"/>
          <p:nvPr/>
        </p:nvSpPr>
        <p:spPr>
          <a:xfrm>
            <a:off x="6829409" y="1985860"/>
            <a:ext cx="4919603" cy="1015663"/>
          </a:xfrm>
          <a:prstGeom prst="rect">
            <a:avLst/>
          </a:prstGeom>
          <a:noFill/>
        </p:spPr>
        <p:txBody>
          <a:bodyPr wrap="square">
            <a:spAutoFit/>
          </a:bodyPr>
          <a:lstStyle/>
          <a:p>
            <a:pPr algn="just">
              <a:spcAft>
                <a:spcPts val="800"/>
              </a:spcAft>
            </a:pPr>
            <a:r>
              <a:rPr lang="fr-FR" sz="1200" dirty="0"/>
              <a:t>Un service est généralement associé à un seul référent métier, pour assurer une gestion centralisée du cycle de vie du service. Certains services spécifiques ont plusieurs référents métiers (périmètre fonctionnel large ou diversifié) ou un membre de la direction ou un poste qui tient une responsabilité réglementaire ou légale*.</a:t>
            </a:r>
          </a:p>
        </p:txBody>
      </p:sp>
      <p:sp>
        <p:nvSpPr>
          <p:cNvPr id="9" name="TextBox 8">
            <a:extLst>
              <a:ext uri="{FF2B5EF4-FFF2-40B4-BE49-F238E27FC236}">
                <a16:creationId xmlns:a16="http://schemas.microsoft.com/office/drawing/2014/main" id="{42F5240B-400E-4D92-E6D0-765944568DD7}"/>
              </a:ext>
            </a:extLst>
          </p:cNvPr>
          <p:cNvSpPr txBox="1"/>
          <p:nvPr/>
        </p:nvSpPr>
        <p:spPr>
          <a:xfrm>
            <a:off x="6411678" y="3038119"/>
            <a:ext cx="5337334" cy="2478414"/>
          </a:xfrm>
          <a:prstGeom prst="rect">
            <a:avLst/>
          </a:prstGeom>
          <a:noFill/>
        </p:spPr>
        <p:txBody>
          <a:bodyPr wrap="square" rtlCol="0">
            <a:noAutofit/>
          </a:bodyPr>
          <a:lstStyle/>
          <a:p>
            <a:pPr>
              <a:spcAft>
                <a:spcPts val="400"/>
              </a:spcAft>
            </a:pPr>
            <a:r>
              <a:rPr lang="fr-FR" b="1" dirty="0"/>
              <a:t>Compétences</a:t>
            </a:r>
          </a:p>
          <a:p>
            <a:pPr marL="180000" indent="-180000">
              <a:buFont typeface="Arial" panose="020B0604020202020204" pitchFamily="34" charset="0"/>
              <a:buChar char="•"/>
            </a:pPr>
            <a:r>
              <a:rPr lang="fr-FR" sz="1200" dirty="0"/>
              <a:t>Connaissance approfondie des processus métiers</a:t>
            </a:r>
          </a:p>
          <a:p>
            <a:pPr marL="180000" indent="-180000">
              <a:buFont typeface="Arial" panose="020B0604020202020204" pitchFamily="34" charset="0"/>
              <a:buChar char="•"/>
            </a:pPr>
            <a:r>
              <a:rPr lang="fr-FR" sz="1200" dirty="0"/>
              <a:t>Compétences en analyse et synthèse des besoins</a:t>
            </a:r>
          </a:p>
          <a:p>
            <a:pPr>
              <a:spcBef>
                <a:spcPts val="400"/>
              </a:spcBef>
              <a:spcAft>
                <a:spcPts val="400"/>
              </a:spcAft>
            </a:pPr>
            <a:endParaRPr lang="fr-FR" b="1" dirty="0"/>
          </a:p>
          <a:p>
            <a:pPr>
              <a:spcBef>
                <a:spcPts val="400"/>
              </a:spcBef>
              <a:spcAft>
                <a:spcPts val="400"/>
              </a:spcAft>
            </a:pPr>
            <a:endParaRPr lang="fr-FR" b="1" dirty="0"/>
          </a:p>
          <a:p>
            <a:pPr>
              <a:spcBef>
                <a:spcPts val="400"/>
              </a:spcBef>
              <a:spcAft>
                <a:spcPts val="400"/>
              </a:spcAft>
            </a:pPr>
            <a:r>
              <a:rPr lang="fr-FR" b="1" dirty="0"/>
              <a:t>Responsabilités</a:t>
            </a:r>
          </a:p>
          <a:p>
            <a:pPr marL="180000" indent="-180000">
              <a:buFont typeface="Arial" panose="020B0604020202020204" pitchFamily="34" charset="0"/>
              <a:buChar char="•"/>
            </a:pPr>
            <a:r>
              <a:rPr lang="fr-FR" sz="1200" dirty="0"/>
              <a:t>Capturer les besoins métiers et anticiper les changements nécessaires</a:t>
            </a:r>
          </a:p>
          <a:p>
            <a:pPr marL="180000" indent="-180000">
              <a:buFont typeface="Arial" panose="020B0604020202020204" pitchFamily="34" charset="0"/>
              <a:buChar char="•"/>
            </a:pPr>
            <a:r>
              <a:rPr lang="fr-FR" sz="1200" dirty="0"/>
              <a:t>Rédaction des spécifications fonctionnelles</a:t>
            </a:r>
          </a:p>
          <a:p>
            <a:pPr marL="180000" indent="-180000">
              <a:buFont typeface="Arial" panose="020B0604020202020204" pitchFamily="34" charset="0"/>
              <a:buChar char="•"/>
            </a:pPr>
            <a:r>
              <a:rPr lang="fr-FR" sz="1200" dirty="0"/>
              <a:t>Exécution de tests fonctionnels</a:t>
            </a:r>
          </a:p>
          <a:p>
            <a:pPr marL="180000" indent="-180000">
              <a:buFont typeface="Arial" panose="020B0604020202020204" pitchFamily="34" charset="0"/>
              <a:buChar char="•"/>
            </a:pPr>
            <a:r>
              <a:rPr lang="fr-FR" sz="1200" dirty="0"/>
              <a:t>Formation et support fonctionnel aux utilisateurs</a:t>
            </a:r>
            <a:endParaRPr lang="fr-FR" dirty="0"/>
          </a:p>
        </p:txBody>
      </p:sp>
      <p:sp>
        <p:nvSpPr>
          <p:cNvPr id="15" name="TextBox 14">
            <a:extLst>
              <a:ext uri="{FF2B5EF4-FFF2-40B4-BE49-F238E27FC236}">
                <a16:creationId xmlns:a16="http://schemas.microsoft.com/office/drawing/2014/main" id="{FD2C5728-4D62-564C-C45E-1ACC8DBB1948}"/>
              </a:ext>
            </a:extLst>
          </p:cNvPr>
          <p:cNvSpPr txBox="1"/>
          <p:nvPr/>
        </p:nvSpPr>
        <p:spPr>
          <a:xfrm>
            <a:off x="6686824" y="6438900"/>
            <a:ext cx="3297471" cy="200055"/>
          </a:xfrm>
          <a:prstGeom prst="rect">
            <a:avLst/>
          </a:prstGeom>
          <a:noFill/>
        </p:spPr>
        <p:txBody>
          <a:bodyPr wrap="square" rtlCol="0">
            <a:spAutoFit/>
          </a:bodyPr>
          <a:lstStyle/>
          <a:p>
            <a:r>
              <a:rPr lang="fr-FR" sz="700" dirty="0"/>
              <a:t>*Généralement applicable à des services qui servent à l’ensemble des métiers. </a:t>
            </a:r>
          </a:p>
        </p:txBody>
      </p:sp>
      <p:pic>
        <p:nvPicPr>
          <p:cNvPr id="4" name="Picture 3" descr="Businessman taking notes">
            <a:extLst>
              <a:ext uri="{FF2B5EF4-FFF2-40B4-BE49-F238E27FC236}">
                <a16:creationId xmlns:a16="http://schemas.microsoft.com/office/drawing/2014/main" id="{A2FDD8A0-CAAE-134C-F066-410C545AD131}"/>
              </a:ext>
            </a:extLst>
          </p:cNvPr>
          <p:cNvPicPr>
            <a:picLocks noChangeAspect="1"/>
          </p:cNvPicPr>
          <p:nvPr/>
        </p:nvPicPr>
        <p:blipFill>
          <a:blip r:embed="rId3">
            <a:biLevel thresh="75000"/>
          </a:blip>
          <a:stretch>
            <a:fillRect/>
          </a:stretch>
        </p:blipFill>
        <p:spPr>
          <a:xfrm>
            <a:off x="6349012" y="1591418"/>
            <a:ext cx="447387" cy="1225440"/>
          </a:xfrm>
          <a:prstGeom prst="rect">
            <a:avLst/>
          </a:prstGeom>
        </p:spPr>
      </p:pic>
      <p:pic>
        <p:nvPicPr>
          <p:cNvPr id="8" name="Picture 7" descr="Businessman hands on hips">
            <a:extLst>
              <a:ext uri="{FF2B5EF4-FFF2-40B4-BE49-F238E27FC236}">
                <a16:creationId xmlns:a16="http://schemas.microsoft.com/office/drawing/2014/main" id="{B0A049B3-9810-080A-31A3-E705B2C94EAB}"/>
              </a:ext>
            </a:extLst>
          </p:cNvPr>
          <p:cNvPicPr>
            <a:picLocks noChangeAspect="1"/>
          </p:cNvPicPr>
          <p:nvPr/>
        </p:nvPicPr>
        <p:blipFill>
          <a:blip r:embed="rId4">
            <a:biLevel thresh="75000"/>
            <a:extLst>
              <a:ext uri="{BEBA8EAE-BF5A-486C-A8C5-ECC9F3942E4B}">
                <a14:imgProps xmlns:a14="http://schemas.microsoft.com/office/drawing/2010/main">
                  <a14:imgLayer r:embed="rId5">
                    <a14:imgEffect>
                      <a14:saturation sat="400000"/>
                    </a14:imgEffect>
                    <a14:imgEffect>
                      <a14:brightnessContrast bright="-50000"/>
                    </a14:imgEffect>
                  </a14:imgLayer>
                </a14:imgProps>
              </a:ext>
            </a:extLst>
          </a:blip>
          <a:stretch>
            <a:fillRect/>
          </a:stretch>
        </p:blipFill>
        <p:spPr>
          <a:xfrm>
            <a:off x="975903" y="1502302"/>
            <a:ext cx="631408" cy="1323034"/>
          </a:xfrm>
          <a:prstGeom prst="rect">
            <a:avLst/>
          </a:prstGeom>
        </p:spPr>
      </p:pic>
    </p:spTree>
    <p:extLst>
      <p:ext uri="{BB962C8B-B14F-4D97-AF65-F5344CB8AC3E}">
        <p14:creationId xmlns:p14="http://schemas.microsoft.com/office/powerpoint/2010/main" val="16030361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 cy="1"/>
          <a:chOff x="0" y="0"/>
          <a:chExt cx="1" cy="1"/>
        </a:xfrm>
      </p:grpSpPr>
      <p:sp>
        <p:nvSpPr>
          <p:cNvPr id="10" name="Google Shape;997;p6">
            <a:extLst>
              <a:ext uri="{FF2B5EF4-FFF2-40B4-BE49-F238E27FC236}">
                <a16:creationId xmlns:a16="http://schemas.microsoft.com/office/drawing/2014/main" id="{43866C17-4814-950F-138F-82263B798AFA}"/>
              </a:ext>
            </a:extLst>
          </p:cNvPr>
          <p:cNvSpPr txBox="1">
            <a:spLocks noGrp="1"/>
          </p:cNvSpPr>
          <p:nvPr/>
        </p:nvSpPr>
        <p:spPr>
          <a:xfrm>
            <a:off x="442913" y="430514"/>
            <a:ext cx="11306174" cy="576000"/>
          </a:xfrm>
          <a:prstGeom prst="rect">
            <a:avLst/>
          </a:prstGeom>
          <a:solidFill>
            <a:schemeClr val="tx1"/>
          </a:solidFill>
          <a:ln>
            <a:noFill/>
          </a:ln>
        </p:spPr>
        <p:txBody>
          <a:bodyPr spcFirstLastPara="1" vert="horz" wrap="square" lIns="72000" tIns="72000" rIns="72000" bIns="72000" rtlCol="0" anchor="t" anchorCtr="0">
            <a:noAutofit/>
          </a:bodyPr>
          <a:lstStyle>
            <a:lvl1pPr algn="l" defTabSz="914400" rtl="0" eaLnBrk="1" latinLnBrk="0" hangingPunct="1">
              <a:lnSpc>
                <a:spcPct val="85000"/>
              </a:lnSpc>
              <a:spcBef>
                <a:spcPct val="0"/>
              </a:spcBef>
              <a:buNone/>
              <a:defRPr sz="3200" kern="1200">
                <a:solidFill>
                  <a:schemeClr val="tx1"/>
                </a:solidFill>
                <a:latin typeface="+mj-lt"/>
                <a:ea typeface="+mj-ea"/>
                <a:cs typeface="+mj-cs"/>
              </a:defRPr>
            </a:lvl1pPr>
          </a:lstStyle>
          <a:p>
            <a:pPr marL="0" lvl="0" indent="0" algn="l" rtl="0">
              <a:lnSpc>
                <a:spcPct val="85000"/>
              </a:lnSpc>
              <a:spcBef>
                <a:spcPts val="0"/>
              </a:spcBef>
              <a:spcAft>
                <a:spcPts val="0"/>
              </a:spcAft>
              <a:buClr>
                <a:schemeClr val="lt1"/>
              </a:buClr>
              <a:buSzPts val="3200"/>
              <a:buNone/>
            </a:pPr>
            <a:r>
              <a:rPr lang="fr-FR" dirty="0">
                <a:solidFill>
                  <a:schemeClr val="lt1"/>
                </a:solidFill>
              </a:rPr>
              <a:t>La collaboration entre le référent technique et métier</a:t>
            </a:r>
          </a:p>
        </p:txBody>
      </p:sp>
      <p:sp>
        <p:nvSpPr>
          <p:cNvPr id="11" name="Google Shape;21;p49">
            <a:extLst>
              <a:ext uri="{FF2B5EF4-FFF2-40B4-BE49-F238E27FC236}">
                <a16:creationId xmlns:a16="http://schemas.microsoft.com/office/drawing/2014/main" id="{71DE2070-E5C2-B084-594A-1B04CEBEFD2C}"/>
              </a:ext>
            </a:extLst>
          </p:cNvPr>
          <p:cNvSpPr/>
          <p:nvPr/>
        </p:nvSpPr>
        <p:spPr>
          <a:xfrm>
            <a:off x="1074344" y="1005322"/>
            <a:ext cx="10674668" cy="436560"/>
          </a:xfrm>
          <a:prstGeom prst="rect">
            <a:avLst/>
          </a:prstGeom>
          <a:solidFill>
            <a:srgbClr val="F2F2F2"/>
          </a:solidFill>
          <a:ln>
            <a:noFill/>
          </a:ln>
        </p:spPr>
        <p:txBody>
          <a:bodyPr spcFirstLastPara="1" wrap="square" lIns="91425" tIns="45700" rIns="91425" bIns="45700" anchor="ctr"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r>
              <a:rPr lang="fr-FR" kern="0" spc="80" dirty="0">
                <a:solidFill>
                  <a:srgbClr val="000000"/>
                </a:solidFill>
                <a:latin typeface="Calibri Light" panose="020F0302020204030204" pitchFamily="34" charset="0"/>
                <a:ea typeface="Calibri Light" panose="020F0302020204030204" pitchFamily="34" charset="0"/>
                <a:cs typeface="Calibri Light" panose="020F0302020204030204" pitchFamily="34" charset="0"/>
              </a:rPr>
              <a:t>Les principaux objectifs et thématiques abordés</a:t>
            </a:r>
            <a:endParaRPr kumimoji="0" lang="fr-FR" sz="1800" b="0" i="0" u="none" strike="noStrike" kern="0" cap="none" spc="80" normalizeH="0" baseline="0" noProof="0" dirty="0">
              <a:ln>
                <a:noFill/>
              </a:ln>
              <a:solidFill>
                <a:srgbClr val="000000"/>
              </a:solidFill>
              <a:effectLst/>
              <a:uLnTx/>
              <a:uFillTx/>
              <a:latin typeface="Calibri Light" panose="020F0302020204030204" pitchFamily="34" charset="0"/>
              <a:ea typeface="Calibri Light" panose="020F0302020204030204" pitchFamily="34" charset="0"/>
              <a:cs typeface="Calibri Light" panose="020F0302020204030204" pitchFamily="34" charset="0"/>
              <a:sym typeface="Arial"/>
            </a:endParaRPr>
          </a:p>
        </p:txBody>
      </p:sp>
      <p:sp>
        <p:nvSpPr>
          <p:cNvPr id="3" name="Slide Number Placeholder 4">
            <a:extLst>
              <a:ext uri="{FF2B5EF4-FFF2-40B4-BE49-F238E27FC236}">
                <a16:creationId xmlns:a16="http://schemas.microsoft.com/office/drawing/2014/main" id="{DDF3E3F8-CA18-C12F-7086-7589EDAAA2C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a:t>
            </a:fld>
            <a:endParaRPr lang="en-US" dirty="0"/>
          </a:p>
        </p:txBody>
      </p:sp>
      <p:sp>
        <p:nvSpPr>
          <p:cNvPr id="58" name="TextBox 57">
            <a:extLst>
              <a:ext uri="{FF2B5EF4-FFF2-40B4-BE49-F238E27FC236}">
                <a16:creationId xmlns:a16="http://schemas.microsoft.com/office/drawing/2014/main" id="{912C42C2-6352-6AA2-F620-830507273D30}"/>
              </a:ext>
            </a:extLst>
          </p:cNvPr>
          <p:cNvSpPr txBox="1"/>
          <p:nvPr/>
        </p:nvSpPr>
        <p:spPr>
          <a:xfrm>
            <a:off x="1840084" y="1606742"/>
            <a:ext cx="9912629" cy="1477328"/>
          </a:xfrm>
          <a:prstGeom prst="rect">
            <a:avLst/>
          </a:prstGeom>
          <a:noFill/>
        </p:spPr>
        <p:txBody>
          <a:bodyPr wrap="square" lIns="91440" tIns="45720" rIns="91440" bIns="45720" rtlCol="0" anchor="t">
            <a:spAutoFit/>
          </a:bodyPr>
          <a:lstStyle/>
          <a:p>
            <a:pPr>
              <a:spcAft>
                <a:spcPts val="600"/>
              </a:spcAft>
            </a:pPr>
            <a:r>
              <a:rPr lang="fr-FR" sz="1800" dirty="0"/>
              <a:t>La </a:t>
            </a:r>
            <a:r>
              <a:rPr lang="fr-FR" sz="1800" b="1" dirty="0">
                <a:solidFill>
                  <a:schemeClr val="accent1"/>
                </a:solidFill>
              </a:rPr>
              <a:t>collaboration étroite</a:t>
            </a:r>
            <a:r>
              <a:rPr lang="fr-FR" sz="1800" dirty="0"/>
              <a:t> </a:t>
            </a:r>
            <a:r>
              <a:rPr lang="fr-FR" sz="1800" b="1" dirty="0">
                <a:solidFill>
                  <a:schemeClr val="accent1"/>
                </a:solidFill>
              </a:rPr>
              <a:t>entre le référent technique et métier</a:t>
            </a:r>
            <a:r>
              <a:rPr lang="fr-FR" sz="1800" dirty="0"/>
              <a:t> du service </a:t>
            </a:r>
            <a:r>
              <a:rPr lang="fr-FR" sz="1800" b="1" dirty="0">
                <a:solidFill>
                  <a:schemeClr val="accent1"/>
                </a:solidFill>
              </a:rPr>
              <a:t>doit garantir l’amélioration et l’évolution du service</a:t>
            </a:r>
            <a:r>
              <a:rPr lang="fr-FR" sz="1800" dirty="0"/>
              <a:t> en prenant en considération les innovations technologiques, les nouveaux services proposés par les fournisseurs et éditeurs logiciels ainsi que les contraintes techniques et de sécurité sous la responsabilité de la DSI (ex: cohérence d’architecture des SI, risques cyber, conformité, performance et disponibilité des services).</a:t>
            </a:r>
          </a:p>
        </p:txBody>
      </p:sp>
      <p:sp>
        <p:nvSpPr>
          <p:cNvPr id="4" name="TextBox 3">
            <a:extLst>
              <a:ext uri="{FF2B5EF4-FFF2-40B4-BE49-F238E27FC236}">
                <a16:creationId xmlns:a16="http://schemas.microsoft.com/office/drawing/2014/main" id="{FFF5B69F-986F-F08E-7C91-440840BC2A74}"/>
              </a:ext>
            </a:extLst>
          </p:cNvPr>
          <p:cNvSpPr txBox="1"/>
          <p:nvPr/>
        </p:nvSpPr>
        <p:spPr>
          <a:xfrm>
            <a:off x="473822" y="3913392"/>
            <a:ext cx="5400000" cy="2578847"/>
          </a:xfrm>
          <a:prstGeom prst="rect">
            <a:avLst/>
          </a:prstGeom>
          <a:solidFill>
            <a:schemeClr val="bg1">
              <a:lumMod val="95000"/>
            </a:schemeClr>
          </a:solidFill>
        </p:spPr>
        <p:txBody>
          <a:bodyPr wrap="square" rtlCol="0">
            <a:noAutofit/>
          </a:bodyPr>
          <a:lstStyle/>
          <a:p>
            <a:pPr marL="576000">
              <a:spcAft>
                <a:spcPts val="800"/>
              </a:spcAft>
            </a:pPr>
            <a:r>
              <a:rPr lang="fr-FR" sz="1800" b="1" dirty="0"/>
              <a:t>Intégration du service au sein du SI de [ENTITY_1]</a:t>
            </a:r>
          </a:p>
          <a:p>
            <a:pPr marL="285750" indent="-285750">
              <a:spcAft>
                <a:spcPts val="600"/>
              </a:spcAft>
              <a:buFont typeface="Wingdings" panose="05000000000000000000" pitchFamily="2" charset="2"/>
              <a:buChar char="q"/>
            </a:pPr>
            <a:r>
              <a:rPr lang="fr-FR" sz="1200" dirty="0"/>
              <a:t>Est-ce qu’il existe déjà une technologie pour répondre aux besoins métiers?</a:t>
            </a:r>
          </a:p>
          <a:p>
            <a:pPr marL="285750" indent="-285750">
              <a:spcAft>
                <a:spcPts val="600"/>
              </a:spcAft>
              <a:buFont typeface="Wingdings" panose="05000000000000000000" pitchFamily="2" charset="2"/>
              <a:buChar char="q"/>
            </a:pPr>
            <a:r>
              <a:rPr lang="fr-FR" sz="1200" dirty="0"/>
              <a:t>Quels autres métiers pourraient bénéficier de ce service?</a:t>
            </a:r>
          </a:p>
          <a:p>
            <a:pPr marL="285750" indent="-285750">
              <a:spcAft>
                <a:spcPts val="600"/>
              </a:spcAft>
              <a:buFont typeface="Wingdings" panose="05000000000000000000" pitchFamily="2" charset="2"/>
              <a:buChar char="q"/>
            </a:pPr>
            <a:r>
              <a:rPr lang="fr-FR" sz="1200" dirty="0"/>
              <a:t>Quels sont les règles de conformité et de sécurité applicables?</a:t>
            </a:r>
          </a:p>
          <a:p>
            <a:pPr marL="285750" indent="-285750">
              <a:spcAft>
                <a:spcPts val="600"/>
              </a:spcAft>
              <a:buFont typeface="Wingdings" panose="05000000000000000000" pitchFamily="2" charset="2"/>
              <a:buChar char="q"/>
            </a:pPr>
            <a:r>
              <a:rPr lang="fr-FR" sz="1200" dirty="0"/>
              <a:t>Quel est la durée d’utilisation prévue de ce service?</a:t>
            </a:r>
          </a:p>
          <a:p>
            <a:pPr marL="285750" indent="-285750">
              <a:spcAft>
                <a:spcPts val="600"/>
              </a:spcAft>
              <a:buFont typeface="Wingdings" panose="05000000000000000000" pitchFamily="2" charset="2"/>
              <a:buChar char="q"/>
            </a:pPr>
            <a:r>
              <a:rPr lang="fr-FR" sz="1200" dirty="0"/>
              <a:t>Est-ce qu’il est possible d’intégrer ce nouveau service au sein du SI [ENTITY_1]?</a:t>
            </a:r>
          </a:p>
        </p:txBody>
      </p:sp>
      <p:sp>
        <p:nvSpPr>
          <p:cNvPr id="8" name="TextBox 7">
            <a:extLst>
              <a:ext uri="{FF2B5EF4-FFF2-40B4-BE49-F238E27FC236}">
                <a16:creationId xmlns:a16="http://schemas.microsoft.com/office/drawing/2014/main" id="{1D21AA63-8043-12C2-2896-C05923DBDCCB}"/>
              </a:ext>
            </a:extLst>
          </p:cNvPr>
          <p:cNvSpPr txBox="1"/>
          <p:nvPr/>
        </p:nvSpPr>
        <p:spPr>
          <a:xfrm>
            <a:off x="6318178" y="3913392"/>
            <a:ext cx="5400000" cy="2578847"/>
          </a:xfrm>
          <a:prstGeom prst="rect">
            <a:avLst/>
          </a:prstGeom>
          <a:solidFill>
            <a:schemeClr val="bg1">
              <a:lumMod val="95000"/>
            </a:schemeClr>
          </a:solidFill>
        </p:spPr>
        <p:txBody>
          <a:bodyPr wrap="square" rtlCol="0">
            <a:noAutofit/>
          </a:bodyPr>
          <a:lstStyle/>
          <a:p>
            <a:pPr marL="576000">
              <a:spcAft>
                <a:spcPts val="800"/>
              </a:spcAft>
            </a:pPr>
            <a:r>
              <a:rPr lang="fr-FR" sz="1800" b="1" dirty="0"/>
              <a:t>Capacité de la DSI à assurer le support du service</a:t>
            </a:r>
          </a:p>
          <a:p>
            <a:pPr marL="285750" indent="-285750">
              <a:spcAft>
                <a:spcPts val="600"/>
              </a:spcAft>
              <a:buFont typeface="Wingdings" panose="05000000000000000000" pitchFamily="2" charset="2"/>
              <a:buChar char="q"/>
            </a:pPr>
            <a:r>
              <a:rPr lang="fr-FR" sz="1200" dirty="0"/>
              <a:t>Est-ce que la DSI est en mesure d’apporter le support nécessaire à la gestion du service et au niveau de service attendu?</a:t>
            </a:r>
          </a:p>
          <a:p>
            <a:pPr marL="285750" indent="-285750">
              <a:spcAft>
                <a:spcPts val="600"/>
              </a:spcAft>
              <a:buFont typeface="Wingdings" panose="05000000000000000000" pitchFamily="2" charset="2"/>
              <a:buChar char="q"/>
            </a:pPr>
            <a:r>
              <a:rPr lang="fr-FR" sz="1200" dirty="0"/>
              <a:t>Quelles sont les technologies compatibles avec ce service pour assurer son interopérabilité et son intégration avec le reste du SI [ENTITY_1]?</a:t>
            </a:r>
          </a:p>
          <a:p>
            <a:pPr marL="285750" indent="-285750">
              <a:spcAft>
                <a:spcPts val="600"/>
              </a:spcAft>
              <a:buFont typeface="Wingdings" panose="05000000000000000000" pitchFamily="2" charset="2"/>
              <a:buChar char="q"/>
            </a:pPr>
            <a:r>
              <a:rPr lang="fr-FR" sz="1200" dirty="0"/>
              <a:t>Quel serait la criticité de ce service pour les opérations métiers?</a:t>
            </a:r>
          </a:p>
          <a:p>
            <a:pPr marL="285750" indent="-285750">
              <a:spcAft>
                <a:spcPts val="600"/>
              </a:spcAft>
              <a:buFont typeface="Wingdings" panose="05000000000000000000" pitchFamily="2" charset="2"/>
              <a:buChar char="q"/>
            </a:pPr>
            <a:r>
              <a:rPr lang="fr-FR" sz="1200" dirty="0"/>
              <a:t>Sommes-nous équipés de l’expertise nécessaire et sinon, est-ce que nous sommes accompagnés par le(s) fournisseur(s) adéquat(s)?</a:t>
            </a:r>
          </a:p>
          <a:p>
            <a:pPr marL="285750" indent="-285750">
              <a:spcAft>
                <a:spcPts val="600"/>
              </a:spcAft>
              <a:buFont typeface="Wingdings" panose="05000000000000000000" pitchFamily="2" charset="2"/>
              <a:buChar char="q"/>
            </a:pPr>
            <a:r>
              <a:rPr lang="fr-FR" sz="1200" dirty="0"/>
              <a:t>Le contrat de service correspond-t-il au niveau de service nécessaire?</a:t>
            </a:r>
          </a:p>
        </p:txBody>
      </p:sp>
      <p:sp>
        <p:nvSpPr>
          <p:cNvPr id="9" name="TextBox 8">
            <a:extLst>
              <a:ext uri="{FF2B5EF4-FFF2-40B4-BE49-F238E27FC236}">
                <a16:creationId xmlns:a16="http://schemas.microsoft.com/office/drawing/2014/main" id="{FA1A0B73-0410-CB08-79C4-247AA4EFD92D}"/>
              </a:ext>
            </a:extLst>
          </p:cNvPr>
          <p:cNvSpPr txBox="1"/>
          <p:nvPr/>
        </p:nvSpPr>
        <p:spPr>
          <a:xfrm>
            <a:off x="442913" y="3186761"/>
            <a:ext cx="11275265" cy="646331"/>
          </a:xfrm>
          <a:prstGeom prst="rect">
            <a:avLst/>
          </a:prstGeom>
          <a:noFill/>
        </p:spPr>
        <p:txBody>
          <a:bodyPr wrap="square" lIns="91440" tIns="45720" rIns="91440" bIns="45720" rtlCol="0" anchor="t">
            <a:spAutoFit/>
          </a:bodyPr>
          <a:lstStyle/>
          <a:p>
            <a:pPr>
              <a:spcAft>
                <a:spcPts val="600"/>
              </a:spcAft>
            </a:pPr>
            <a:r>
              <a:rPr lang="fr-FR" sz="1800" dirty="0"/>
              <a:t>Lors de l’introduction d’un nouveau service ou d’un changement sur un service existant, le référent technique et le référent métier doivent pouvoir aborder les questions suivantes:</a:t>
            </a:r>
          </a:p>
        </p:txBody>
      </p:sp>
      <p:pic>
        <p:nvPicPr>
          <p:cNvPr id="5" name="Graphic 4" descr="Handshake outline">
            <a:extLst>
              <a:ext uri="{FF2B5EF4-FFF2-40B4-BE49-F238E27FC236}">
                <a16:creationId xmlns:a16="http://schemas.microsoft.com/office/drawing/2014/main" id="{63839B7A-7527-EE92-0ED0-F248E862D69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64833" y="4030315"/>
            <a:ext cx="493190" cy="493190"/>
          </a:xfrm>
          <a:prstGeom prst="rect">
            <a:avLst/>
          </a:prstGeom>
        </p:spPr>
      </p:pic>
      <p:pic>
        <p:nvPicPr>
          <p:cNvPr id="7" name="Graphic 6" descr="Questions outline">
            <a:extLst>
              <a:ext uri="{FF2B5EF4-FFF2-40B4-BE49-F238E27FC236}">
                <a16:creationId xmlns:a16="http://schemas.microsoft.com/office/drawing/2014/main" id="{7092828D-FB91-32F8-0F1B-B358E02FE45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411678" y="4030315"/>
            <a:ext cx="493190" cy="493190"/>
          </a:xfrm>
          <a:prstGeom prst="rect">
            <a:avLst/>
          </a:prstGeom>
        </p:spPr>
      </p:pic>
      <p:pic>
        <p:nvPicPr>
          <p:cNvPr id="12" name="Picture 11" descr="Businessman taking notes">
            <a:extLst>
              <a:ext uri="{FF2B5EF4-FFF2-40B4-BE49-F238E27FC236}">
                <a16:creationId xmlns:a16="http://schemas.microsoft.com/office/drawing/2014/main" id="{2D7162EC-97C4-1F92-D528-FB0934414462}"/>
              </a:ext>
            </a:extLst>
          </p:cNvPr>
          <p:cNvPicPr>
            <a:picLocks noChangeAspect="1"/>
          </p:cNvPicPr>
          <p:nvPr/>
        </p:nvPicPr>
        <p:blipFill>
          <a:blip r:embed="rId5">
            <a:biLevel thresh="75000"/>
          </a:blip>
          <a:stretch>
            <a:fillRect/>
          </a:stretch>
        </p:blipFill>
        <p:spPr>
          <a:xfrm>
            <a:off x="1280744" y="1664006"/>
            <a:ext cx="474838" cy="1300630"/>
          </a:xfrm>
          <a:prstGeom prst="rect">
            <a:avLst/>
          </a:prstGeom>
        </p:spPr>
      </p:pic>
      <p:pic>
        <p:nvPicPr>
          <p:cNvPr id="13" name="Picture 12" descr="Businessman hands on hips">
            <a:extLst>
              <a:ext uri="{FF2B5EF4-FFF2-40B4-BE49-F238E27FC236}">
                <a16:creationId xmlns:a16="http://schemas.microsoft.com/office/drawing/2014/main" id="{AD6A7B32-C93D-72B1-F672-72A3CAE2CED2}"/>
              </a:ext>
            </a:extLst>
          </p:cNvPr>
          <p:cNvPicPr>
            <a:picLocks noChangeAspect="1"/>
          </p:cNvPicPr>
          <p:nvPr/>
        </p:nvPicPr>
        <p:blipFill>
          <a:blip r:embed="rId6">
            <a:biLevel thresh="75000"/>
            <a:extLst>
              <a:ext uri="{BEBA8EAE-BF5A-486C-A8C5-ECC9F3942E4B}">
                <a14:imgProps xmlns:a14="http://schemas.microsoft.com/office/drawing/2010/main">
                  <a14:imgLayer r:embed="rId7">
                    <a14:imgEffect>
                      <a14:saturation sat="400000"/>
                    </a14:imgEffect>
                    <a14:imgEffect>
                      <a14:brightnessContrast bright="-50000"/>
                    </a14:imgEffect>
                  </a14:imgLayer>
                </a14:imgProps>
              </a:ext>
            </a:extLst>
          </a:blip>
          <a:stretch>
            <a:fillRect/>
          </a:stretch>
        </p:blipFill>
        <p:spPr>
          <a:xfrm>
            <a:off x="607085" y="1863727"/>
            <a:ext cx="631408" cy="1323034"/>
          </a:xfrm>
          <a:prstGeom prst="rect">
            <a:avLst/>
          </a:prstGeom>
        </p:spPr>
      </p:pic>
    </p:spTree>
    <p:extLst>
      <p:ext uri="{BB962C8B-B14F-4D97-AF65-F5344CB8AC3E}">
        <p14:creationId xmlns:p14="http://schemas.microsoft.com/office/powerpoint/2010/main" val="664922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 cy="1"/>
          <a:chOff x="0" y="0"/>
          <a:chExt cx="1" cy="1"/>
        </a:xfrm>
      </p:grpSpPr>
      <p:sp>
        <p:nvSpPr>
          <p:cNvPr id="10" name="Google Shape;997;p6">
            <a:extLst>
              <a:ext uri="{FF2B5EF4-FFF2-40B4-BE49-F238E27FC236}">
                <a16:creationId xmlns:a16="http://schemas.microsoft.com/office/drawing/2014/main" id="{43866C17-4814-950F-138F-82263B798AFA}"/>
              </a:ext>
            </a:extLst>
          </p:cNvPr>
          <p:cNvSpPr txBox="1">
            <a:spLocks noGrp="1"/>
          </p:cNvSpPr>
          <p:nvPr/>
        </p:nvSpPr>
        <p:spPr>
          <a:xfrm>
            <a:off x="442913" y="430514"/>
            <a:ext cx="11306174" cy="576000"/>
          </a:xfrm>
          <a:prstGeom prst="rect">
            <a:avLst/>
          </a:prstGeom>
          <a:solidFill>
            <a:schemeClr val="tx1"/>
          </a:solidFill>
          <a:ln>
            <a:noFill/>
          </a:ln>
        </p:spPr>
        <p:txBody>
          <a:bodyPr spcFirstLastPara="1" vert="horz" wrap="square" lIns="72000" tIns="72000" rIns="72000" bIns="72000" rtlCol="0" anchor="t" anchorCtr="0">
            <a:noAutofit/>
          </a:bodyPr>
          <a:lstStyle>
            <a:lvl1pPr algn="l" defTabSz="914400" rtl="0" eaLnBrk="1" latinLnBrk="0" hangingPunct="1">
              <a:lnSpc>
                <a:spcPct val="85000"/>
              </a:lnSpc>
              <a:spcBef>
                <a:spcPct val="0"/>
              </a:spcBef>
              <a:buNone/>
              <a:defRPr sz="3200" kern="1200">
                <a:solidFill>
                  <a:schemeClr val="tx1"/>
                </a:solidFill>
                <a:latin typeface="+mj-lt"/>
                <a:ea typeface="+mj-ea"/>
                <a:cs typeface="+mj-cs"/>
              </a:defRPr>
            </a:lvl1pPr>
          </a:lstStyle>
          <a:p>
            <a:pPr marL="0" lvl="0" indent="0" algn="l" rtl="0">
              <a:lnSpc>
                <a:spcPct val="85000"/>
              </a:lnSpc>
              <a:spcBef>
                <a:spcPts val="0"/>
              </a:spcBef>
              <a:spcAft>
                <a:spcPts val="0"/>
              </a:spcAft>
              <a:buClr>
                <a:schemeClr val="lt1"/>
              </a:buClr>
              <a:buSzPts val="3200"/>
              <a:buNone/>
            </a:pPr>
            <a:r>
              <a:rPr lang="fr-FR" dirty="0">
                <a:solidFill>
                  <a:schemeClr val="lt1"/>
                </a:solidFill>
              </a:rPr>
              <a:t>Responsabilités des métiers et de la DSI</a:t>
            </a:r>
          </a:p>
        </p:txBody>
      </p:sp>
      <p:sp>
        <p:nvSpPr>
          <p:cNvPr id="11" name="Google Shape;21;p49">
            <a:extLst>
              <a:ext uri="{FF2B5EF4-FFF2-40B4-BE49-F238E27FC236}">
                <a16:creationId xmlns:a16="http://schemas.microsoft.com/office/drawing/2014/main" id="{71DE2070-E5C2-B084-594A-1B04CEBEFD2C}"/>
              </a:ext>
            </a:extLst>
          </p:cNvPr>
          <p:cNvSpPr/>
          <p:nvPr/>
        </p:nvSpPr>
        <p:spPr>
          <a:xfrm>
            <a:off x="1074344" y="1005322"/>
            <a:ext cx="10674668" cy="436560"/>
          </a:xfrm>
          <a:prstGeom prst="rect">
            <a:avLst/>
          </a:prstGeom>
          <a:solidFill>
            <a:srgbClr val="F2F2F2"/>
          </a:solidFill>
          <a:ln>
            <a:noFill/>
          </a:ln>
        </p:spPr>
        <p:txBody>
          <a:bodyPr spcFirstLastPara="1" wrap="square" lIns="91425" tIns="45700" rIns="91425" bIns="45700" anchor="ctr"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buSzPts val="1600"/>
              <a:defRPr/>
            </a:pPr>
            <a:r>
              <a:rPr lang="fr-FR" kern="0" spc="80" dirty="0">
                <a:solidFill>
                  <a:srgbClr val="000000"/>
                </a:solidFill>
                <a:latin typeface="Calibri Light" panose="020F0302020204030204" pitchFamily="34" charset="0"/>
                <a:ea typeface="Calibri Light" panose="020F0302020204030204" pitchFamily="34" charset="0"/>
                <a:cs typeface="Calibri Light" panose="020F0302020204030204" pitchFamily="34" charset="0"/>
              </a:rPr>
              <a:t>La complétude entre les responsabilités des métiers et de la DSI, applicable à chaque service</a:t>
            </a:r>
            <a:endParaRPr kumimoji="0" lang="fr-FR" sz="2400" b="0" i="0" u="none" strike="noStrike" kern="0" cap="none" spc="80" normalizeH="0" baseline="0" noProof="0" dirty="0">
              <a:ln>
                <a:noFill/>
              </a:ln>
              <a:solidFill>
                <a:srgbClr val="000000"/>
              </a:solidFill>
              <a:effectLst/>
              <a:uLnTx/>
              <a:uFillTx/>
              <a:latin typeface="Calibri Light" panose="020F0302020204030204" pitchFamily="34" charset="0"/>
              <a:ea typeface="Calibri Light" panose="020F0302020204030204" pitchFamily="34" charset="0"/>
              <a:cs typeface="Calibri Light" panose="020F0302020204030204" pitchFamily="34" charset="0"/>
              <a:sym typeface="Arial"/>
            </a:endParaRPr>
          </a:p>
        </p:txBody>
      </p:sp>
      <p:sp>
        <p:nvSpPr>
          <p:cNvPr id="3" name="Slide Number Placeholder 4">
            <a:extLst>
              <a:ext uri="{FF2B5EF4-FFF2-40B4-BE49-F238E27FC236}">
                <a16:creationId xmlns:a16="http://schemas.microsoft.com/office/drawing/2014/main" id="{DDF3E3F8-CA18-C12F-7086-7589EDAAA2C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6</a:t>
            </a:fld>
            <a:endParaRPr lang="en-US" dirty="0"/>
          </a:p>
        </p:txBody>
      </p:sp>
      <p:sp>
        <p:nvSpPr>
          <p:cNvPr id="4" name="TextBox 3">
            <a:extLst>
              <a:ext uri="{FF2B5EF4-FFF2-40B4-BE49-F238E27FC236}">
                <a16:creationId xmlns:a16="http://schemas.microsoft.com/office/drawing/2014/main" id="{2336620A-ABDA-0B1C-B8B1-6528440823BE}"/>
              </a:ext>
            </a:extLst>
          </p:cNvPr>
          <p:cNvSpPr txBox="1"/>
          <p:nvPr/>
        </p:nvSpPr>
        <p:spPr>
          <a:xfrm>
            <a:off x="509495" y="2016690"/>
            <a:ext cx="5586505" cy="4244539"/>
          </a:xfrm>
          <a:prstGeom prst="rect">
            <a:avLst/>
          </a:prstGeom>
          <a:noFill/>
          <a:ln>
            <a:noFill/>
          </a:ln>
        </p:spPr>
        <p:txBody>
          <a:bodyPr wrap="square" rtlCol="0">
            <a:noAutofit/>
          </a:bodyPr>
          <a:lstStyle/>
          <a:p>
            <a:pPr algn="ctr"/>
            <a:r>
              <a:rPr lang="fr-FR" sz="1800" b="1" dirty="0">
                <a:solidFill>
                  <a:schemeClr val="accent1"/>
                </a:solidFill>
              </a:rPr>
              <a:t>Responsabilité du métier</a:t>
            </a:r>
          </a:p>
          <a:p>
            <a:pPr algn="ctr">
              <a:spcAft>
                <a:spcPts val="600"/>
              </a:spcAft>
            </a:pPr>
            <a:r>
              <a:rPr lang="fr-FR" i="1" dirty="0">
                <a:solidFill>
                  <a:schemeClr val="accent1"/>
                </a:solidFill>
              </a:rPr>
              <a:t>et du référent métier</a:t>
            </a:r>
          </a:p>
          <a:p>
            <a:pPr marL="216000" indent="-216000">
              <a:spcAft>
                <a:spcPts val="600"/>
              </a:spcAft>
              <a:buFont typeface="Wingdings" panose="05000000000000000000" pitchFamily="2" charset="2"/>
              <a:buChar char="§"/>
            </a:pPr>
            <a:r>
              <a:rPr lang="fr-FR" sz="1200" dirty="0"/>
              <a:t>Initier et promouvoir des nouveaux projets d’amélioration des processus métiers par l’usage de nouvelles solutions digitales</a:t>
            </a:r>
          </a:p>
          <a:p>
            <a:pPr marL="216000" indent="-216000">
              <a:spcAft>
                <a:spcPts val="600"/>
              </a:spcAft>
              <a:buFont typeface="Wingdings" panose="05000000000000000000" pitchFamily="2" charset="2"/>
              <a:buChar char="§"/>
            </a:pPr>
            <a:r>
              <a:rPr lang="fr-FR" sz="1200" dirty="0"/>
              <a:t>Consulter les parties prenantes afin de mesurer l’impact opérationnel et les risques en cas de changement (ex: projet de transformation, modification des droits ou de la configuration)</a:t>
            </a:r>
          </a:p>
          <a:p>
            <a:pPr marL="216000" indent="-216000">
              <a:spcAft>
                <a:spcPts val="600"/>
              </a:spcAft>
              <a:buFont typeface="Wingdings" panose="05000000000000000000" pitchFamily="2" charset="2"/>
              <a:buChar char="§"/>
            </a:pPr>
            <a:r>
              <a:rPr lang="fr-FR" sz="1200" dirty="0"/>
              <a:t>Développer, en collaboration avec le référent technique, l’étude de faisabilité et l’impact financier des changements et/ou des projets</a:t>
            </a:r>
          </a:p>
          <a:p>
            <a:pPr marL="216000" indent="-216000">
              <a:spcAft>
                <a:spcPts val="600"/>
              </a:spcAft>
              <a:buFont typeface="Wingdings" panose="05000000000000000000" pitchFamily="2" charset="2"/>
              <a:buChar char="§"/>
            </a:pPr>
            <a:r>
              <a:rPr lang="fr-FR" sz="1200" dirty="0"/>
              <a:t>Analyser, répertorier, prioriser et synthétiser les besoins métiers et les droits d’accès; transmettre les spécifications fonctionnelles aux partenaires de la DSI</a:t>
            </a:r>
          </a:p>
          <a:p>
            <a:pPr marL="216000" indent="-216000">
              <a:spcAft>
                <a:spcPts val="600"/>
              </a:spcAft>
              <a:buFont typeface="Wingdings" panose="05000000000000000000" pitchFamily="2" charset="2"/>
              <a:buChar char="§"/>
            </a:pPr>
            <a:r>
              <a:rPr lang="fr-FR" sz="1200" dirty="0"/>
              <a:t>Définir le niveau de criticité du service et fournir les éléments fonctionnels nécessaires à la définition du niveau de service requis</a:t>
            </a:r>
          </a:p>
          <a:p>
            <a:pPr marL="216000" indent="-216000">
              <a:spcAft>
                <a:spcPts val="600"/>
              </a:spcAft>
              <a:buFont typeface="Wingdings" panose="05000000000000000000" pitchFamily="2" charset="2"/>
              <a:buChar char="§"/>
            </a:pPr>
            <a:r>
              <a:rPr lang="fr-FR" sz="1200" dirty="0"/>
              <a:t>Participer aux campagnes de tests dans le cadre des projets et des changements qui ont un impacte potentiel sur le service considéré</a:t>
            </a:r>
          </a:p>
        </p:txBody>
      </p:sp>
      <p:sp>
        <p:nvSpPr>
          <p:cNvPr id="5" name="TextBox 4">
            <a:extLst>
              <a:ext uri="{FF2B5EF4-FFF2-40B4-BE49-F238E27FC236}">
                <a16:creationId xmlns:a16="http://schemas.microsoft.com/office/drawing/2014/main" id="{048E650E-4850-3FD9-D291-05B007503C4C}"/>
              </a:ext>
            </a:extLst>
          </p:cNvPr>
          <p:cNvSpPr txBox="1"/>
          <p:nvPr/>
        </p:nvSpPr>
        <p:spPr>
          <a:xfrm>
            <a:off x="6096000" y="2016691"/>
            <a:ext cx="5586505" cy="4244539"/>
          </a:xfrm>
          <a:prstGeom prst="rect">
            <a:avLst/>
          </a:prstGeom>
          <a:noFill/>
          <a:ln>
            <a:noFill/>
          </a:ln>
        </p:spPr>
        <p:txBody>
          <a:bodyPr wrap="square" rtlCol="0">
            <a:noAutofit/>
          </a:bodyPr>
          <a:lstStyle/>
          <a:p>
            <a:pPr algn="ctr"/>
            <a:r>
              <a:rPr lang="fr-FR" sz="1800" b="1" dirty="0">
                <a:solidFill>
                  <a:schemeClr val="accent1"/>
                </a:solidFill>
              </a:rPr>
              <a:t>Responsabilité de la DSI</a:t>
            </a:r>
          </a:p>
          <a:p>
            <a:pPr algn="ctr">
              <a:spcAft>
                <a:spcPts val="600"/>
              </a:spcAft>
            </a:pPr>
            <a:r>
              <a:rPr lang="fr-FR" i="1" dirty="0">
                <a:solidFill>
                  <a:schemeClr val="accent1"/>
                </a:solidFill>
              </a:rPr>
              <a:t>et du référent technique</a:t>
            </a:r>
          </a:p>
          <a:p>
            <a:pPr marL="216000" indent="-216000">
              <a:spcAft>
                <a:spcPts val="400"/>
              </a:spcAft>
              <a:buFont typeface="Wingdings" panose="05000000000000000000" pitchFamily="2" charset="2"/>
              <a:buChar char="§"/>
            </a:pPr>
            <a:r>
              <a:rPr lang="fr-FR" sz="1200" dirty="0"/>
              <a:t>Conseiller les métiers sur les solutions et les technologies permettant de remédier aux difficultés et risques opérationnels tout en respectant les contraintes techniques et les principes d’architecture du SI</a:t>
            </a:r>
          </a:p>
          <a:p>
            <a:pPr marL="216000" indent="-216000">
              <a:spcAft>
                <a:spcPts val="400"/>
              </a:spcAft>
              <a:buFont typeface="Wingdings" panose="05000000000000000000" pitchFamily="2" charset="2"/>
              <a:buChar char="§"/>
            </a:pPr>
            <a:r>
              <a:rPr lang="fr-FR" sz="1200" dirty="0"/>
              <a:t>Accompagner les métiers dans leurs projets de transformation et d’adoption de nouvelles solutions digitales grâce à son expertise technique et sa connaissance du SI [ENTITY_1]</a:t>
            </a:r>
          </a:p>
          <a:p>
            <a:pPr marL="216000" indent="-216000">
              <a:spcAft>
                <a:spcPts val="400"/>
              </a:spcAft>
              <a:buFont typeface="Wingdings" panose="05000000000000000000" pitchFamily="2" charset="2"/>
              <a:buChar char="§"/>
            </a:pPr>
            <a:r>
              <a:rPr lang="fr-FR" sz="1200" dirty="0"/>
              <a:t>Aider le métier à gérer le contrat de service, notamment les clauses vis-à-vis du niveau de service nécessaire et la mesure de complétude des services contractualisés</a:t>
            </a:r>
          </a:p>
          <a:p>
            <a:pPr marL="216000" indent="-216000">
              <a:spcAft>
                <a:spcPts val="400"/>
              </a:spcAft>
              <a:buFont typeface="Wingdings" panose="05000000000000000000" pitchFamily="2" charset="2"/>
              <a:buChar char="§"/>
            </a:pPr>
            <a:r>
              <a:rPr lang="fr-FR" sz="1200" dirty="0"/>
              <a:t>Définir les besoins et les spécifications techniques sur la base des spécifications fonctionnelles</a:t>
            </a:r>
          </a:p>
          <a:p>
            <a:pPr marL="216000" indent="-216000">
              <a:spcAft>
                <a:spcPts val="400"/>
              </a:spcAft>
              <a:buFont typeface="Wingdings" panose="05000000000000000000" pitchFamily="2" charset="2"/>
              <a:buChar char="§"/>
            </a:pPr>
            <a:r>
              <a:rPr lang="fr-FR" sz="1200" dirty="0"/>
              <a:t>Assurer la performance, la résilience et la fiabilité des services, en accord avec le niveau de service requis</a:t>
            </a:r>
          </a:p>
          <a:p>
            <a:pPr marL="216000" indent="-216000">
              <a:spcAft>
                <a:spcPts val="400"/>
              </a:spcAft>
              <a:buFont typeface="Wingdings" panose="05000000000000000000" pitchFamily="2" charset="2"/>
              <a:buChar char="§"/>
            </a:pPr>
            <a:r>
              <a:rPr lang="fr-FR" sz="1200" dirty="0"/>
              <a:t>Assurer la maintenance des services du SI, les demandes (ex: gestion des droits, extraction de données, configuration) et la réponse aux incidents en respectant les niveaux de service définis</a:t>
            </a:r>
          </a:p>
          <a:p>
            <a:pPr marL="216000" indent="-216000">
              <a:spcAft>
                <a:spcPts val="400"/>
              </a:spcAft>
              <a:buFont typeface="Wingdings" panose="05000000000000000000" pitchFamily="2" charset="2"/>
              <a:buChar char="§"/>
            </a:pPr>
            <a:r>
              <a:rPr lang="fr-FR" sz="1200" dirty="0"/>
              <a:t>Coordonner l’intégration des services avec l’ensemble des services transverses du SI (gestion d’identité, gestion de la sécurité et de l’accès réseau, redondance des systèmes, sauvegarde des données, etc.)</a:t>
            </a:r>
          </a:p>
        </p:txBody>
      </p:sp>
    </p:spTree>
    <p:extLst>
      <p:ext uri="{BB962C8B-B14F-4D97-AF65-F5344CB8AC3E}">
        <p14:creationId xmlns:p14="http://schemas.microsoft.com/office/powerpoint/2010/main" val="13681259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617"/>
        <p:cNvGrpSpPr/>
        <p:nvPr/>
      </p:nvGrpSpPr>
      <p:grpSpPr>
        <a:xfrm>
          <a:off x="0" y="0"/>
          <a:ext cx="1" cy="1"/>
          <a:chOff x="0" y="0"/>
          <a:chExt cx="1" cy="1"/>
        </a:xfrm>
      </p:grpSpPr>
      <p:sp>
        <p:nvSpPr>
          <p:cNvPr id="2618" name="Google Shape;2618;p46"/>
          <p:cNvSpPr txBox="1">
            <a:spLocks noGrp="1"/>
          </p:cNvSpPr>
          <p:nvPr>
            <p:ph type="ctrTitle"/>
          </p:nvPr>
        </p:nvSpPr>
        <p:spPr>
          <a:prstGeom prst="rect">
            <a:avLst/>
          </a:prstGeom>
          <a:noFill/>
          <a:ln>
            <a:noFill/>
          </a:ln>
        </p:spPr>
        <p:txBody>
          <a:bodyPr spcFirstLastPara="1" wrap="square" lIns="0" tIns="0" rIns="0" bIns="0" anchor="b" anchorCtr="0">
            <a:noAutofit/>
          </a:bodyPr>
          <a:lstStyle/>
          <a:p>
            <a:pPr marL="0" lvl="0" indent="0" algn="l" rtl="0">
              <a:lnSpc>
                <a:spcPct val="85000"/>
              </a:lnSpc>
              <a:spcBef>
                <a:spcPts val="0"/>
              </a:spcBef>
              <a:spcAft>
                <a:spcPts val="0"/>
              </a:spcAft>
              <a:buSzPts val="5800"/>
              <a:buNone/>
            </a:pPr>
            <a:r>
              <a:rPr lang="en-US" dirty="0">
                <a:solidFill>
                  <a:schemeClr val="bg1"/>
                </a:solidFill>
              </a:rPr>
              <a:t>Merci!</a:t>
            </a:r>
          </a:p>
        </p:txBody>
      </p:sp>
      <p:sp>
        <p:nvSpPr>
          <p:cNvPr id="2619" name="Google Shape;2619;p46"/>
          <p:cNvSpPr txBox="1">
            <a:spLocks noGrp="1"/>
          </p:cNvSpPr>
          <p:nvPr>
            <p:ph type="body" idx="1"/>
          </p:nvPr>
        </p:nvSpPr>
        <p:spPr>
          <a:prstGeom prst="rect">
            <a:avLst/>
          </a:prstGeom>
          <a:noFill/>
          <a:ln>
            <a:noFill/>
          </a:ln>
        </p:spPr>
        <p:txBody>
          <a:bodyPr spcFirstLastPara="1" wrap="square" lIns="0" tIns="0" rIns="0" bIns="0" anchor="t" anchorCtr="0">
            <a:noAutofit/>
          </a:bodyPr>
          <a:lstStyle/>
          <a:p>
            <a:pPr marL="0" indent="0"/>
            <a:r>
              <a:rPr lang="fr-FR" sz="1000" dirty="0">
                <a:solidFill>
                  <a:schemeClr val="bg1"/>
                </a:solidFill>
              </a:rPr>
              <a:t>[ENTITY_2] [COUNTRY_1] (</a:t>
            </a:r>
            <a:r>
              <a:rPr lang="fr-FR" sz="1000" u="sng" dirty="0">
                <a:solidFill>
                  <a:schemeClr val="bg1"/>
                </a:solidFill>
              </a:rPr>
              <a:t>[WEB_SITE_1]</a:t>
            </a:r>
            <a:r>
              <a:rPr lang="fr-FR" sz="1000" dirty="0">
                <a:solidFill>
                  <a:schemeClr val="bg1"/>
                </a:solidFill>
              </a:rPr>
              <a:t>) est le premier cabinet de services professionnels en [COUNTRY_1], employant plus de 2800 personnes originaires de 12 pays différents. [ENTITY_2] [COUNTRY_1] fournit des services de conseil, comprenant notamment en gestion, en transactions, en financement ainsi que des services de conseils portant sur des aspects réglementaires. La firme fournit ces conseils à une clientèle très variée allant des entrepreneurs locaux et des PME aux grandes multinationales ayant leurs activités au [COUNTRY_1] et dans la Grande Région. La firme aide ses clients à créer la valeur qu’ils recherchent en contribuant au bon fonctionnement des marchés de capitaux et en fournissant des conseils privilégiant une approche sectorielle.</a:t>
            </a:r>
            <a:br>
              <a:rPr lang="fr-FR" sz="1000" dirty="0">
                <a:solidFill>
                  <a:schemeClr val="bg1"/>
                </a:solidFill>
              </a:rPr>
            </a:br>
            <a:r>
              <a:rPr lang="fr-FR" sz="1000" dirty="0">
                <a:solidFill>
                  <a:schemeClr val="bg1"/>
                </a:solidFill>
              </a:rPr>
              <a:t> </a:t>
            </a:r>
            <a:endParaRPr lang="fr-FR" dirty="0">
              <a:solidFill>
                <a:schemeClr val="bg1"/>
              </a:solidFill>
            </a:endParaRPr>
          </a:p>
          <a:p>
            <a:pPr marL="0" indent="0"/>
            <a:r>
              <a:rPr lang="fr-FR" sz="1000" dirty="0">
                <a:solidFill>
                  <a:schemeClr val="bg1"/>
                </a:solidFill>
              </a:rPr>
              <a:t>Chez [ENTITY_2], notre raison d’être est de placer la confiance au cœur de la société et de résoudre des problèmes importants. Nous sommes un réseau de cabinets présents dans </a:t>
            </a:r>
            <a:br>
              <a:rPr lang="fr-FR" sz="1000" dirty="0">
                <a:solidFill>
                  <a:schemeClr val="bg1"/>
                </a:solidFill>
              </a:rPr>
            </a:br>
            <a:r>
              <a:rPr lang="fr-FR" sz="1000" dirty="0">
                <a:solidFill>
                  <a:schemeClr val="bg1"/>
                </a:solidFill>
              </a:rPr>
              <a:t>89 pays et comptons plus de 100 000 collaborateurs qui s’engagent à délivrer des services professionnels de haute qualité dans le conseil. Faites-nous part de vos enjeux et consultez nos sites de référence </a:t>
            </a:r>
            <a:r>
              <a:rPr lang="fr-FR" sz="1000" u="sng" dirty="0">
                <a:solidFill>
                  <a:schemeClr val="bg1"/>
                </a:solidFill>
              </a:rPr>
              <a:t>[WEB_SITE_2]</a:t>
            </a:r>
            <a:r>
              <a:rPr lang="fr-FR" sz="1000" dirty="0">
                <a:solidFill>
                  <a:schemeClr val="bg1"/>
                </a:solidFill>
              </a:rPr>
              <a:t> et </a:t>
            </a:r>
            <a:r>
              <a:rPr lang="fr-FR" sz="1000" u="sng" dirty="0">
                <a:solidFill>
                  <a:schemeClr val="bg1"/>
                </a:solidFill>
              </a:rPr>
              <a:t>[WEB_SITE_1]</a:t>
            </a:r>
            <a:r>
              <a:rPr lang="fr-FR" sz="1000" dirty="0">
                <a:solidFill>
                  <a:schemeClr val="bg1"/>
                </a:solidFill>
              </a:rPr>
              <a:t> pour davantage de précisions.</a:t>
            </a:r>
          </a:p>
          <a:p>
            <a:pPr marL="0" lvl="0" indent="0" algn="l">
              <a:lnSpc>
                <a:spcPct val="100000"/>
              </a:lnSpc>
              <a:spcBef>
                <a:spcPts val="0"/>
              </a:spcBef>
              <a:spcAft>
                <a:spcPts val="0"/>
              </a:spcAft>
              <a:buSzPts val="1200"/>
              <a:buNone/>
            </a:pPr>
            <a:endParaRPr lang="fr-FR" dirty="0"/>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LASTSLIDEVIEWED" val="2147469795,1,Slide2147469540"/>
</p:tagLst>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Integral">
  <a:themeElements>
    <a:clrScheme name="Integral">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682D6EBE-8D36-4FF2-9DB3-F3D8D7B6715D}"/>
    </a:ext>
  </a:extLst>
</a:theme>
</file>

<file path=ppt/theme/theme3.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309213AAC674654984A901AA32C8D1C7" ma:contentTypeVersion="4" ma:contentTypeDescription="Create a new document." ma:contentTypeScope="" ma:versionID="822892a14256af8a70583cabd25b169c">
  <xsd:schema xmlns:xsd="http://www.w3.org/2001/XMLSchema" xmlns:xs="http://www.w3.org/2001/XMLSchema" xmlns:p="http://schemas.microsoft.com/office/2006/metadata/properties" xmlns:ns2="2f711ff6-e564-478f-a1de-80ff507d0184" targetNamespace="http://schemas.microsoft.com/office/2006/metadata/properties" ma:root="true" ma:fieldsID="1990b02e8e946194826c2d84dc022e38" ns2:_="">
    <xsd:import namespace="2f711ff6-e564-478f-a1de-80ff507d0184"/>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f711ff6-e564-478f-a1de-80ff507d018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CA74638E-456B-4AEA-8E44-A86A4641BFBB}">
  <ds:schemaRefs>
    <ds:schemaRef ds:uri="http://www.w3.org/XML/1998/namespace"/>
    <ds:schemaRef ds:uri="http://schemas.microsoft.com/office/2006/documentManagement/types"/>
    <ds:schemaRef ds:uri="http://purl.org/dc/terms/"/>
    <ds:schemaRef ds:uri="http://purl.org/dc/dcmitype/"/>
    <ds:schemaRef ds:uri="http://schemas.microsoft.com/office/infopath/2007/PartnerControls"/>
    <ds:schemaRef ds:uri="http://schemas.microsoft.com/office/2006/metadata/properties"/>
    <ds:schemaRef ds:uri="http://purl.org/dc/elements/1.1/"/>
    <ds:schemaRef ds:uri="http://schemas.openxmlformats.org/package/2006/metadata/core-properties"/>
    <ds:schemaRef ds:uri="2f711ff6-e564-478f-a1de-80ff507d0184"/>
  </ds:schemaRefs>
</ds:datastoreItem>
</file>

<file path=customXml/itemProps2.xml><?xml version="1.0" encoding="utf-8"?>
<ds:datastoreItem xmlns:ds="http://schemas.openxmlformats.org/officeDocument/2006/customXml" ds:itemID="{B65157FF-CD24-4E7E-AAA2-EE91AD6FA4E8}">
  <ds:schemaRefs>
    <ds:schemaRef ds:uri="2f711ff6-e564-478f-a1de-80ff507d0184"/>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65F25D94-5F23-4288-B242-DCF2A848982E}">
  <ds:schemaRefs>
    <ds:schemaRef ds:uri="http://schemas.microsoft.com/sharepoint/v3/contenttype/forms"/>
  </ds:schemaRefs>
</ds:datastoreItem>
</file>

<file path=docMetadata/LabelInfo.xml><?xml version="1.0" encoding="utf-8"?>
<clbl:labelList xmlns:clbl="http://schemas.microsoft.com/office/2020/mipLabelMetadata">
  <clbl:label id="{dd2a0cfd-cd87-4ca8-994f-1e2ee3898334}" enabled="0" method="" siteId="{dd2a0cfd-cd87-4ca8-994f-1e2ee3898334}" removed="1"/>
</clbl:labelList>
</file>

<file path=docProps/app.xml><?xml version="1.0" encoding="utf-8"?>
<Properties xmlns="http://schemas.openxmlformats.org/officeDocument/2006/extended-properties" xmlns:vt="http://schemas.openxmlformats.org/officeDocument/2006/docPropsVTypes">
  <Template/>
  <TotalTime>654</TotalTime>
  <Words>1746</Words>
  <Application>Microsoft Office PowerPoint</Application>
  <PresentationFormat>Widescreen</PresentationFormat>
  <Paragraphs>115</Paragraphs>
  <Slides>7</Slides>
  <Notes>5</Notes>
  <HiddenSlides>0</HiddenSlides>
  <MMClips>0</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7</vt:i4>
      </vt:variant>
    </vt:vector>
  </HeadingPairs>
  <TitlesOfParts>
    <vt:vector size="18" baseType="lpstr">
      <vt:lpstr>Arial</vt:lpstr>
      <vt:lpstr>Calibri</vt:lpstr>
      <vt:lpstr>Calibri Light</vt:lpstr>
      <vt:lpstr>Georgia</vt:lpstr>
      <vt:lpstr>Tw Cen MT</vt:lpstr>
      <vt:lpstr>Tw Cen MT Condensed</vt:lpstr>
      <vt:lpstr>Webdings</vt:lpstr>
      <vt:lpstr>Wingdings</vt:lpstr>
      <vt:lpstr>Wingdings 3</vt:lpstr>
      <vt:lpstr>Office 2013 - 2022 Theme</vt:lpstr>
      <vt:lpstr>Integral</vt:lpstr>
      <vt:lpstr>PowerPoint Presentation</vt:lpstr>
      <vt:lpstr>PowerPoint Presentation</vt:lpstr>
      <vt:lpstr>PowerPoint Presentation</vt:lpstr>
      <vt:lpstr>PowerPoint Presentation</vt:lpstr>
      <vt:lpstr>PowerPoint Presentation</vt:lpstr>
      <vt:lpstr>PowerPoint Presentation</vt:lpstr>
      <vt:lpstr>Merci!</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Oscar Liber (LU)</dc:creator>
  <cp:keywords/>
  <dc:description/>
  <cp:lastModifiedBy>Oscar Liber (LU)</cp:lastModifiedBy>
  <cp:revision>13</cp:revision>
  <dcterms:created xsi:type="dcterms:W3CDTF">2026-08-20T22:02:56Z</dcterms:created>
  <dcterms:modified xsi:type="dcterms:W3CDTF">2026-08-21T12:03:05Z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0x010100309213AAC674654984A901AA32C8D1C7</vt:lpwstr>
  </property>
  <property fmtid="{D5CDD505-2E9C-101B-9397-08002B2CF9AE}" pid="3" name="MediaServiceImageTags">
    <vt:lpwstr/>
  </property>
</Properties>
</file>